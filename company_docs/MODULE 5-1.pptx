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</p:sldMasterIdLst>
  <p:notesMasterIdLst>
    <p:notesMasterId r:id="rId26"/>
  </p:notesMasterIdLst>
  <p:sldIdLst>
    <p:sldId id="256" r:id="rId3"/>
    <p:sldId id="265" r:id="rId4"/>
    <p:sldId id="261" r:id="rId5"/>
    <p:sldId id="268" r:id="rId6"/>
    <p:sldId id="282" r:id="rId7"/>
    <p:sldId id="271" r:id="rId8"/>
    <p:sldId id="394" r:id="rId9"/>
    <p:sldId id="396" r:id="rId10"/>
    <p:sldId id="399" r:id="rId11"/>
    <p:sldId id="336" r:id="rId12"/>
    <p:sldId id="443" r:id="rId13"/>
    <p:sldId id="340" r:id="rId14"/>
    <p:sldId id="279" r:id="rId15"/>
    <p:sldId id="339" r:id="rId16"/>
    <p:sldId id="444" r:id="rId17"/>
    <p:sldId id="281" r:id="rId18"/>
    <p:sldId id="409" r:id="rId19"/>
    <p:sldId id="445" r:id="rId20"/>
    <p:sldId id="342" r:id="rId21"/>
    <p:sldId id="446" r:id="rId22"/>
    <p:sldId id="344" r:id="rId23"/>
    <p:sldId id="283" r:id="rId24"/>
    <p:sldId id="345" r:id="rId25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38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6C3E4"/>
    <a:srgbClr val="B5334D"/>
    <a:srgbClr val="FABEBF"/>
    <a:srgbClr val="6DA18A"/>
    <a:srgbClr val="53D2FF"/>
    <a:srgbClr val="8FE2FF"/>
    <a:srgbClr val="FF3B3B"/>
    <a:srgbClr val="EF313A"/>
    <a:srgbClr val="ED1C24"/>
    <a:srgbClr val="FFDD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73" autoAdjust="0"/>
    <p:restoredTop sz="95036" autoAdjust="0"/>
  </p:normalViewPr>
  <p:slideViewPr>
    <p:cSldViewPr>
      <p:cViewPr>
        <p:scale>
          <a:sx n="100" d="100"/>
          <a:sy n="100" d="100"/>
        </p:scale>
        <p:origin x="216" y="264"/>
      </p:cViewPr>
      <p:guideLst>
        <p:guide orient="horz" pos="193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35DA3F-ED3A-4897-B8F3-C49A97F730D1}" type="datetimeFigureOut">
              <a:rPr lang="ko-KR" altLang="en-US" smtClean="0"/>
              <a:t>2019-04-15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D9ED4F-90B4-4BD8-A817-6A0A9D03637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1800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5606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4768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9409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D9ED4F-90B4-4BD8-A817-6A0A9D03637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382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0" y="4948014"/>
            <a:ext cx="9144000" cy="2160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3F6939C0-0F9C-4BB0-BE6D-CDFDBD48B8E1}"/>
              </a:ext>
            </a:extLst>
          </p:cNvPr>
          <p:cNvGrpSpPr/>
          <p:nvPr userDrawn="1"/>
        </p:nvGrpSpPr>
        <p:grpSpPr>
          <a:xfrm>
            <a:off x="8001641" y="3940074"/>
            <a:ext cx="1142359" cy="1189066"/>
            <a:chOff x="4572000" y="387072"/>
            <a:chExt cx="4569687" cy="4756528"/>
          </a:xfrm>
        </p:grpSpPr>
        <p:sp>
          <p:nvSpPr>
            <p:cNvPr id="7" name="자유형: 도형 6">
              <a:extLst>
                <a:ext uri="{FF2B5EF4-FFF2-40B4-BE49-F238E27FC236}">
                  <a16:creationId xmlns="" xmlns:a16="http://schemas.microsoft.com/office/drawing/2014/main" id="{D9278269-D816-4377-921A-50AEC083B847}"/>
                </a:ext>
              </a:extLst>
            </p:cNvPr>
            <p:cNvSpPr/>
            <p:nvPr userDrawn="1"/>
          </p:nvSpPr>
          <p:spPr>
            <a:xfrm>
              <a:off x="4572000" y="1408870"/>
              <a:ext cx="4569687" cy="3734730"/>
            </a:xfrm>
            <a:custGeom>
              <a:avLst/>
              <a:gdLst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63923 w 4569687"/>
                <a:gd name="connsiteY30" fmla="*/ 3304336 h 3734631"/>
                <a:gd name="connsiteX31" fmla="*/ 1334207 w 4569687"/>
                <a:gd name="connsiteY31" fmla="*/ 3340352 h 3734631"/>
                <a:gd name="connsiteX32" fmla="*/ 1046262 w 4569687"/>
                <a:gd name="connsiteY32" fmla="*/ 3459623 h 3734631"/>
                <a:gd name="connsiteX33" fmla="*/ 647319 w 4569687"/>
                <a:gd name="connsiteY33" fmla="*/ 3134475 h 3734631"/>
                <a:gd name="connsiteX34" fmla="*/ 642925 w 4569687"/>
                <a:gd name="connsiteY34" fmla="*/ 3090891 h 3734631"/>
                <a:gd name="connsiteX35" fmla="*/ 634894 w 4569687"/>
                <a:gd name="connsiteY35" fmla="*/ 3098188 h 3734631"/>
                <a:gd name="connsiteX36" fmla="*/ 407216 w 4569687"/>
                <a:gd name="connsiteY36" fmla="*/ 3167734 h 3734631"/>
                <a:gd name="connsiteX37" fmla="*/ 0 w 4569687"/>
                <a:gd name="connsiteY37" fmla="*/ 2760518 h 3734631"/>
                <a:gd name="connsiteX38" fmla="*/ 407216 w 4569687"/>
                <a:gd name="connsiteY38" fmla="*/ 2353302 h 3734631"/>
                <a:gd name="connsiteX39" fmla="*/ 489284 w 4569687"/>
                <a:gd name="connsiteY39" fmla="*/ 2361575 h 3734631"/>
                <a:gd name="connsiteX40" fmla="*/ 508084 w 4569687"/>
                <a:gd name="connsiteY40" fmla="*/ 2367411 h 3734631"/>
                <a:gd name="connsiteX41" fmla="*/ 503849 w 4569687"/>
                <a:gd name="connsiteY41" fmla="*/ 2325400 h 3734631"/>
                <a:gd name="connsiteX42" fmla="*/ 1121688 w 4569687"/>
                <a:gd name="connsiteY42" fmla="*/ 1707561 h 3734631"/>
                <a:gd name="connsiteX43" fmla="*/ 1246204 w 4569687"/>
                <a:gd name="connsiteY43" fmla="*/ 1720113 h 3734631"/>
                <a:gd name="connsiteX44" fmla="*/ 1284356 w 4569687"/>
                <a:gd name="connsiteY44" fmla="*/ 1731957 h 3734631"/>
                <a:gd name="connsiteX45" fmla="*/ 1305976 w 4569687"/>
                <a:gd name="connsiteY45" fmla="*/ 1705754 h 3734631"/>
                <a:gd name="connsiteX46" fmla="*/ 1742854 w 4569687"/>
                <a:gd name="connsiteY46" fmla="*/ 1524793 h 3734631"/>
                <a:gd name="connsiteX47" fmla="*/ 1760288 w 4569687"/>
                <a:gd name="connsiteY47" fmla="*/ 1526551 h 3734631"/>
                <a:gd name="connsiteX48" fmla="*/ 1748032 w 4569687"/>
                <a:gd name="connsiteY48" fmla="*/ 1487068 h 3734631"/>
                <a:gd name="connsiteX49" fmla="*/ 1742854 w 4569687"/>
                <a:gd name="connsiteY49" fmla="*/ 1435701 h 3734631"/>
                <a:gd name="connsiteX50" fmla="*/ 1946367 w 4569687"/>
                <a:gd name="connsiteY50" fmla="*/ 1185999 h 3734631"/>
                <a:gd name="connsiteX51" fmla="*/ 1956892 w 4569687"/>
                <a:gd name="connsiteY51" fmla="*/ 1184938 h 3734631"/>
                <a:gd name="connsiteX52" fmla="*/ 1963928 w 4569687"/>
                <a:gd name="connsiteY52" fmla="*/ 1115143 h 3734631"/>
                <a:gd name="connsiteX53" fmla="*/ 2450363 w 4569687"/>
                <a:gd name="connsiteY53" fmla="*/ 718687 h 3734631"/>
                <a:gd name="connsiteX54" fmla="*/ 2520904 w 4569687"/>
                <a:gd name="connsiteY54" fmla="*/ 725798 h 3734631"/>
                <a:gd name="connsiteX0" fmla="*/ 2611712 w 4569687"/>
                <a:gd name="connsiteY0" fmla="*/ 0 h 3734631"/>
                <a:gd name="connsiteX1" fmla="*/ 2927539 w 4569687"/>
                <a:gd name="connsiteY1" fmla="*/ 0 h 3734631"/>
                <a:gd name="connsiteX2" fmla="*/ 3010471 w 4569687"/>
                <a:gd name="connsiteY2" fmla="*/ 662843 h 3734631"/>
                <a:gd name="connsiteX3" fmla="*/ 3062414 w 4569687"/>
                <a:gd name="connsiteY3" fmla="*/ 672782 h 3734631"/>
                <a:gd name="connsiteX4" fmla="*/ 3375104 w 4569687"/>
                <a:gd name="connsiteY4" fmla="*/ 893768 h 3734631"/>
                <a:gd name="connsiteX5" fmla="*/ 3401966 w 4569687"/>
                <a:gd name="connsiteY5" fmla="*/ 943258 h 3734631"/>
                <a:gd name="connsiteX6" fmla="*/ 3444529 w 4569687"/>
                <a:gd name="connsiteY6" fmla="*/ 938967 h 3734631"/>
                <a:gd name="connsiteX7" fmla="*/ 3941882 w 4569687"/>
                <a:gd name="connsiteY7" fmla="*/ 1268635 h 3734631"/>
                <a:gd name="connsiteX8" fmla="*/ 3950232 w 4569687"/>
                <a:gd name="connsiteY8" fmla="*/ 1295533 h 3734631"/>
                <a:gd name="connsiteX9" fmla="*/ 3968452 w 4569687"/>
                <a:gd name="connsiteY9" fmla="*/ 1289878 h 3734631"/>
                <a:gd name="connsiteX10" fmla="*/ 4041773 w 4569687"/>
                <a:gd name="connsiteY10" fmla="*/ 1282486 h 3734631"/>
                <a:gd name="connsiteX11" fmla="*/ 4398197 w 4569687"/>
                <a:gd name="connsiteY11" fmla="*/ 1572980 h 3734631"/>
                <a:gd name="connsiteX12" fmla="*/ 4401113 w 4569687"/>
                <a:gd name="connsiteY12" fmla="*/ 1601912 h 3734631"/>
                <a:gd name="connsiteX13" fmla="*/ 4509768 w 4569687"/>
                <a:gd name="connsiteY13" fmla="*/ 1612865 h 3734631"/>
                <a:gd name="connsiteX14" fmla="*/ 4569687 w 4569687"/>
                <a:gd name="connsiteY14" fmla="*/ 1630661 h 3734631"/>
                <a:gd name="connsiteX15" fmla="*/ 4569687 w 4569687"/>
                <a:gd name="connsiteY15" fmla="*/ 3685776 h 3734631"/>
                <a:gd name="connsiteX16" fmla="*/ 4479175 w 4569687"/>
                <a:gd name="connsiteY16" fmla="*/ 3694900 h 3734631"/>
                <a:gd name="connsiteX17" fmla="*/ 4083674 w 4569687"/>
                <a:gd name="connsiteY17" fmla="*/ 3574092 h 3734631"/>
                <a:gd name="connsiteX18" fmla="*/ 4051094 w 4569687"/>
                <a:gd name="connsiteY18" fmla="*/ 3547210 h 3734631"/>
                <a:gd name="connsiteX19" fmla="*/ 4009782 w 4569687"/>
                <a:gd name="connsiteY19" fmla="*/ 3581295 h 3734631"/>
                <a:gd name="connsiteX20" fmla="*/ 3782104 w 4569687"/>
                <a:gd name="connsiteY20" fmla="*/ 3650841 h 3734631"/>
                <a:gd name="connsiteX21" fmla="*/ 3494159 w 4569687"/>
                <a:gd name="connsiteY21" fmla="*/ 3531570 h 3734631"/>
                <a:gd name="connsiteX22" fmla="*/ 3452428 w 4569687"/>
                <a:gd name="connsiteY22" fmla="*/ 3480992 h 3734631"/>
                <a:gd name="connsiteX23" fmla="*/ 3441126 w 4569687"/>
                <a:gd name="connsiteY23" fmla="*/ 3501813 h 3734631"/>
                <a:gd name="connsiteX24" fmla="*/ 3103456 w 4569687"/>
                <a:gd name="connsiteY24" fmla="*/ 3681351 h 3734631"/>
                <a:gd name="connsiteX25" fmla="*/ 2815511 w 4569687"/>
                <a:gd name="connsiteY25" fmla="*/ 3562080 h 3734631"/>
                <a:gd name="connsiteX26" fmla="*/ 2772231 w 4569687"/>
                <a:gd name="connsiteY26" fmla="*/ 3509625 h 3734631"/>
                <a:gd name="connsiteX27" fmla="*/ 2697608 w 4569687"/>
                <a:gd name="connsiteY27" fmla="*/ 3571194 h 3734631"/>
                <a:gd name="connsiteX28" fmla="*/ 2162552 w 4569687"/>
                <a:gd name="connsiteY28" fmla="*/ 3734631 h 3734631"/>
                <a:gd name="connsiteX29" fmla="*/ 1369010 w 4569687"/>
                <a:gd name="connsiteY29" fmla="*/ 3312708 h 3734631"/>
                <a:gd name="connsiteX30" fmla="*/ 1334207 w 4569687"/>
                <a:gd name="connsiteY30" fmla="*/ 3340352 h 3734631"/>
                <a:gd name="connsiteX31" fmla="*/ 1046262 w 4569687"/>
                <a:gd name="connsiteY31" fmla="*/ 3459623 h 3734631"/>
                <a:gd name="connsiteX32" fmla="*/ 647319 w 4569687"/>
                <a:gd name="connsiteY32" fmla="*/ 3134475 h 3734631"/>
                <a:gd name="connsiteX33" fmla="*/ 642925 w 4569687"/>
                <a:gd name="connsiteY33" fmla="*/ 3090891 h 3734631"/>
                <a:gd name="connsiteX34" fmla="*/ 634894 w 4569687"/>
                <a:gd name="connsiteY34" fmla="*/ 3098188 h 3734631"/>
                <a:gd name="connsiteX35" fmla="*/ 407216 w 4569687"/>
                <a:gd name="connsiteY35" fmla="*/ 3167734 h 3734631"/>
                <a:gd name="connsiteX36" fmla="*/ 0 w 4569687"/>
                <a:gd name="connsiteY36" fmla="*/ 2760518 h 3734631"/>
                <a:gd name="connsiteX37" fmla="*/ 407216 w 4569687"/>
                <a:gd name="connsiteY37" fmla="*/ 2353302 h 3734631"/>
                <a:gd name="connsiteX38" fmla="*/ 489284 w 4569687"/>
                <a:gd name="connsiteY38" fmla="*/ 2361575 h 3734631"/>
                <a:gd name="connsiteX39" fmla="*/ 508084 w 4569687"/>
                <a:gd name="connsiteY39" fmla="*/ 2367411 h 3734631"/>
                <a:gd name="connsiteX40" fmla="*/ 503849 w 4569687"/>
                <a:gd name="connsiteY40" fmla="*/ 2325400 h 3734631"/>
                <a:gd name="connsiteX41" fmla="*/ 1121688 w 4569687"/>
                <a:gd name="connsiteY41" fmla="*/ 1707561 h 3734631"/>
                <a:gd name="connsiteX42" fmla="*/ 1246204 w 4569687"/>
                <a:gd name="connsiteY42" fmla="*/ 1720113 h 3734631"/>
                <a:gd name="connsiteX43" fmla="*/ 1284356 w 4569687"/>
                <a:gd name="connsiteY43" fmla="*/ 1731957 h 3734631"/>
                <a:gd name="connsiteX44" fmla="*/ 1305976 w 4569687"/>
                <a:gd name="connsiteY44" fmla="*/ 1705754 h 3734631"/>
                <a:gd name="connsiteX45" fmla="*/ 1742854 w 4569687"/>
                <a:gd name="connsiteY45" fmla="*/ 1524793 h 3734631"/>
                <a:gd name="connsiteX46" fmla="*/ 1760288 w 4569687"/>
                <a:gd name="connsiteY46" fmla="*/ 1526551 h 3734631"/>
                <a:gd name="connsiteX47" fmla="*/ 1748032 w 4569687"/>
                <a:gd name="connsiteY47" fmla="*/ 1487068 h 3734631"/>
                <a:gd name="connsiteX48" fmla="*/ 1742854 w 4569687"/>
                <a:gd name="connsiteY48" fmla="*/ 1435701 h 3734631"/>
                <a:gd name="connsiteX49" fmla="*/ 1946367 w 4569687"/>
                <a:gd name="connsiteY49" fmla="*/ 1185999 h 3734631"/>
                <a:gd name="connsiteX50" fmla="*/ 1956892 w 4569687"/>
                <a:gd name="connsiteY50" fmla="*/ 1184938 h 3734631"/>
                <a:gd name="connsiteX51" fmla="*/ 1963928 w 4569687"/>
                <a:gd name="connsiteY51" fmla="*/ 1115143 h 3734631"/>
                <a:gd name="connsiteX52" fmla="*/ 2450363 w 4569687"/>
                <a:gd name="connsiteY52" fmla="*/ 718687 h 3734631"/>
                <a:gd name="connsiteX53" fmla="*/ 2520904 w 4569687"/>
                <a:gd name="connsiteY53" fmla="*/ 725798 h 3734631"/>
                <a:gd name="connsiteX54" fmla="*/ 2611712 w 4569687"/>
                <a:gd name="connsiteY54" fmla="*/ 0 h 3734631"/>
                <a:gd name="connsiteX0" fmla="*/ 2611712 w 4569687"/>
                <a:gd name="connsiteY0" fmla="*/ 0 h 3743131"/>
                <a:gd name="connsiteX1" fmla="*/ 2927539 w 4569687"/>
                <a:gd name="connsiteY1" fmla="*/ 0 h 3743131"/>
                <a:gd name="connsiteX2" fmla="*/ 3010471 w 4569687"/>
                <a:gd name="connsiteY2" fmla="*/ 662843 h 3743131"/>
                <a:gd name="connsiteX3" fmla="*/ 3062414 w 4569687"/>
                <a:gd name="connsiteY3" fmla="*/ 672782 h 3743131"/>
                <a:gd name="connsiteX4" fmla="*/ 3375104 w 4569687"/>
                <a:gd name="connsiteY4" fmla="*/ 893768 h 3743131"/>
                <a:gd name="connsiteX5" fmla="*/ 3401966 w 4569687"/>
                <a:gd name="connsiteY5" fmla="*/ 943258 h 3743131"/>
                <a:gd name="connsiteX6" fmla="*/ 3444529 w 4569687"/>
                <a:gd name="connsiteY6" fmla="*/ 938967 h 3743131"/>
                <a:gd name="connsiteX7" fmla="*/ 3941882 w 4569687"/>
                <a:gd name="connsiteY7" fmla="*/ 1268635 h 3743131"/>
                <a:gd name="connsiteX8" fmla="*/ 3950232 w 4569687"/>
                <a:gd name="connsiteY8" fmla="*/ 1295533 h 3743131"/>
                <a:gd name="connsiteX9" fmla="*/ 3968452 w 4569687"/>
                <a:gd name="connsiteY9" fmla="*/ 1289878 h 3743131"/>
                <a:gd name="connsiteX10" fmla="*/ 4041773 w 4569687"/>
                <a:gd name="connsiteY10" fmla="*/ 1282486 h 3743131"/>
                <a:gd name="connsiteX11" fmla="*/ 4398197 w 4569687"/>
                <a:gd name="connsiteY11" fmla="*/ 1572980 h 3743131"/>
                <a:gd name="connsiteX12" fmla="*/ 4401113 w 4569687"/>
                <a:gd name="connsiteY12" fmla="*/ 1601912 h 3743131"/>
                <a:gd name="connsiteX13" fmla="*/ 4509768 w 4569687"/>
                <a:gd name="connsiteY13" fmla="*/ 1612865 h 3743131"/>
                <a:gd name="connsiteX14" fmla="*/ 4569687 w 4569687"/>
                <a:gd name="connsiteY14" fmla="*/ 1630661 h 3743131"/>
                <a:gd name="connsiteX15" fmla="*/ 4569687 w 4569687"/>
                <a:gd name="connsiteY15" fmla="*/ 3685776 h 3743131"/>
                <a:gd name="connsiteX16" fmla="*/ 4479175 w 4569687"/>
                <a:gd name="connsiteY16" fmla="*/ 3694900 h 3743131"/>
                <a:gd name="connsiteX17" fmla="*/ 4083674 w 4569687"/>
                <a:gd name="connsiteY17" fmla="*/ 3574092 h 3743131"/>
                <a:gd name="connsiteX18" fmla="*/ 4051094 w 4569687"/>
                <a:gd name="connsiteY18" fmla="*/ 3547210 h 3743131"/>
                <a:gd name="connsiteX19" fmla="*/ 4009782 w 4569687"/>
                <a:gd name="connsiteY19" fmla="*/ 3581295 h 3743131"/>
                <a:gd name="connsiteX20" fmla="*/ 3782104 w 4569687"/>
                <a:gd name="connsiteY20" fmla="*/ 3650841 h 3743131"/>
                <a:gd name="connsiteX21" fmla="*/ 3494159 w 4569687"/>
                <a:gd name="connsiteY21" fmla="*/ 3531570 h 3743131"/>
                <a:gd name="connsiteX22" fmla="*/ 3452428 w 4569687"/>
                <a:gd name="connsiteY22" fmla="*/ 3480992 h 3743131"/>
                <a:gd name="connsiteX23" fmla="*/ 3441126 w 4569687"/>
                <a:gd name="connsiteY23" fmla="*/ 3501813 h 3743131"/>
                <a:gd name="connsiteX24" fmla="*/ 3103456 w 4569687"/>
                <a:gd name="connsiteY24" fmla="*/ 3681351 h 3743131"/>
                <a:gd name="connsiteX25" fmla="*/ 2815511 w 4569687"/>
                <a:gd name="connsiteY25" fmla="*/ 3562080 h 3743131"/>
                <a:gd name="connsiteX26" fmla="*/ 2772231 w 4569687"/>
                <a:gd name="connsiteY26" fmla="*/ 3509625 h 3743131"/>
                <a:gd name="connsiteX27" fmla="*/ 2697608 w 4569687"/>
                <a:gd name="connsiteY27" fmla="*/ 3571194 h 3743131"/>
                <a:gd name="connsiteX28" fmla="*/ 2162552 w 4569687"/>
                <a:gd name="connsiteY28" fmla="*/ 3734631 h 3743131"/>
                <a:gd name="connsiteX29" fmla="*/ 1334207 w 4569687"/>
                <a:gd name="connsiteY29" fmla="*/ 3340352 h 3743131"/>
                <a:gd name="connsiteX30" fmla="*/ 1046262 w 4569687"/>
                <a:gd name="connsiteY30" fmla="*/ 3459623 h 3743131"/>
                <a:gd name="connsiteX31" fmla="*/ 647319 w 4569687"/>
                <a:gd name="connsiteY31" fmla="*/ 3134475 h 3743131"/>
                <a:gd name="connsiteX32" fmla="*/ 642925 w 4569687"/>
                <a:gd name="connsiteY32" fmla="*/ 3090891 h 3743131"/>
                <a:gd name="connsiteX33" fmla="*/ 634894 w 4569687"/>
                <a:gd name="connsiteY33" fmla="*/ 3098188 h 3743131"/>
                <a:gd name="connsiteX34" fmla="*/ 407216 w 4569687"/>
                <a:gd name="connsiteY34" fmla="*/ 3167734 h 3743131"/>
                <a:gd name="connsiteX35" fmla="*/ 0 w 4569687"/>
                <a:gd name="connsiteY35" fmla="*/ 2760518 h 3743131"/>
                <a:gd name="connsiteX36" fmla="*/ 407216 w 4569687"/>
                <a:gd name="connsiteY36" fmla="*/ 2353302 h 3743131"/>
                <a:gd name="connsiteX37" fmla="*/ 489284 w 4569687"/>
                <a:gd name="connsiteY37" fmla="*/ 2361575 h 3743131"/>
                <a:gd name="connsiteX38" fmla="*/ 508084 w 4569687"/>
                <a:gd name="connsiteY38" fmla="*/ 2367411 h 3743131"/>
                <a:gd name="connsiteX39" fmla="*/ 503849 w 4569687"/>
                <a:gd name="connsiteY39" fmla="*/ 2325400 h 3743131"/>
                <a:gd name="connsiteX40" fmla="*/ 1121688 w 4569687"/>
                <a:gd name="connsiteY40" fmla="*/ 1707561 h 3743131"/>
                <a:gd name="connsiteX41" fmla="*/ 1246204 w 4569687"/>
                <a:gd name="connsiteY41" fmla="*/ 1720113 h 3743131"/>
                <a:gd name="connsiteX42" fmla="*/ 1284356 w 4569687"/>
                <a:gd name="connsiteY42" fmla="*/ 1731957 h 3743131"/>
                <a:gd name="connsiteX43" fmla="*/ 1305976 w 4569687"/>
                <a:gd name="connsiteY43" fmla="*/ 1705754 h 3743131"/>
                <a:gd name="connsiteX44" fmla="*/ 1742854 w 4569687"/>
                <a:gd name="connsiteY44" fmla="*/ 1524793 h 3743131"/>
                <a:gd name="connsiteX45" fmla="*/ 1760288 w 4569687"/>
                <a:gd name="connsiteY45" fmla="*/ 1526551 h 3743131"/>
                <a:gd name="connsiteX46" fmla="*/ 1748032 w 4569687"/>
                <a:gd name="connsiteY46" fmla="*/ 1487068 h 3743131"/>
                <a:gd name="connsiteX47" fmla="*/ 1742854 w 4569687"/>
                <a:gd name="connsiteY47" fmla="*/ 1435701 h 3743131"/>
                <a:gd name="connsiteX48" fmla="*/ 1946367 w 4569687"/>
                <a:gd name="connsiteY48" fmla="*/ 1185999 h 3743131"/>
                <a:gd name="connsiteX49" fmla="*/ 1956892 w 4569687"/>
                <a:gd name="connsiteY49" fmla="*/ 1184938 h 3743131"/>
                <a:gd name="connsiteX50" fmla="*/ 1963928 w 4569687"/>
                <a:gd name="connsiteY50" fmla="*/ 1115143 h 3743131"/>
                <a:gd name="connsiteX51" fmla="*/ 2450363 w 4569687"/>
                <a:gd name="connsiteY51" fmla="*/ 718687 h 3743131"/>
                <a:gd name="connsiteX52" fmla="*/ 2520904 w 4569687"/>
                <a:gd name="connsiteY52" fmla="*/ 725798 h 3743131"/>
                <a:gd name="connsiteX53" fmla="*/ 2611712 w 4569687"/>
                <a:gd name="connsiteY53" fmla="*/ 0 h 3743131"/>
                <a:gd name="connsiteX0" fmla="*/ 2611712 w 4569687"/>
                <a:gd name="connsiteY0" fmla="*/ 0 h 3741630"/>
                <a:gd name="connsiteX1" fmla="*/ 2927539 w 4569687"/>
                <a:gd name="connsiteY1" fmla="*/ 0 h 3741630"/>
                <a:gd name="connsiteX2" fmla="*/ 3010471 w 4569687"/>
                <a:gd name="connsiteY2" fmla="*/ 662843 h 3741630"/>
                <a:gd name="connsiteX3" fmla="*/ 3062414 w 4569687"/>
                <a:gd name="connsiteY3" fmla="*/ 672782 h 3741630"/>
                <a:gd name="connsiteX4" fmla="*/ 3375104 w 4569687"/>
                <a:gd name="connsiteY4" fmla="*/ 893768 h 3741630"/>
                <a:gd name="connsiteX5" fmla="*/ 3401966 w 4569687"/>
                <a:gd name="connsiteY5" fmla="*/ 943258 h 3741630"/>
                <a:gd name="connsiteX6" fmla="*/ 3444529 w 4569687"/>
                <a:gd name="connsiteY6" fmla="*/ 938967 h 3741630"/>
                <a:gd name="connsiteX7" fmla="*/ 3941882 w 4569687"/>
                <a:gd name="connsiteY7" fmla="*/ 1268635 h 3741630"/>
                <a:gd name="connsiteX8" fmla="*/ 3950232 w 4569687"/>
                <a:gd name="connsiteY8" fmla="*/ 1295533 h 3741630"/>
                <a:gd name="connsiteX9" fmla="*/ 3968452 w 4569687"/>
                <a:gd name="connsiteY9" fmla="*/ 1289878 h 3741630"/>
                <a:gd name="connsiteX10" fmla="*/ 4041773 w 4569687"/>
                <a:gd name="connsiteY10" fmla="*/ 1282486 h 3741630"/>
                <a:gd name="connsiteX11" fmla="*/ 4398197 w 4569687"/>
                <a:gd name="connsiteY11" fmla="*/ 1572980 h 3741630"/>
                <a:gd name="connsiteX12" fmla="*/ 4401113 w 4569687"/>
                <a:gd name="connsiteY12" fmla="*/ 1601912 h 3741630"/>
                <a:gd name="connsiteX13" fmla="*/ 4509768 w 4569687"/>
                <a:gd name="connsiteY13" fmla="*/ 1612865 h 3741630"/>
                <a:gd name="connsiteX14" fmla="*/ 4569687 w 4569687"/>
                <a:gd name="connsiteY14" fmla="*/ 1630661 h 3741630"/>
                <a:gd name="connsiteX15" fmla="*/ 4569687 w 4569687"/>
                <a:gd name="connsiteY15" fmla="*/ 3685776 h 3741630"/>
                <a:gd name="connsiteX16" fmla="*/ 4479175 w 4569687"/>
                <a:gd name="connsiteY16" fmla="*/ 3694900 h 3741630"/>
                <a:gd name="connsiteX17" fmla="*/ 4083674 w 4569687"/>
                <a:gd name="connsiteY17" fmla="*/ 3574092 h 3741630"/>
                <a:gd name="connsiteX18" fmla="*/ 4051094 w 4569687"/>
                <a:gd name="connsiteY18" fmla="*/ 3547210 h 3741630"/>
                <a:gd name="connsiteX19" fmla="*/ 4009782 w 4569687"/>
                <a:gd name="connsiteY19" fmla="*/ 3581295 h 3741630"/>
                <a:gd name="connsiteX20" fmla="*/ 3782104 w 4569687"/>
                <a:gd name="connsiteY20" fmla="*/ 3650841 h 3741630"/>
                <a:gd name="connsiteX21" fmla="*/ 3494159 w 4569687"/>
                <a:gd name="connsiteY21" fmla="*/ 3531570 h 3741630"/>
                <a:gd name="connsiteX22" fmla="*/ 3452428 w 4569687"/>
                <a:gd name="connsiteY22" fmla="*/ 3480992 h 3741630"/>
                <a:gd name="connsiteX23" fmla="*/ 3441126 w 4569687"/>
                <a:gd name="connsiteY23" fmla="*/ 3501813 h 3741630"/>
                <a:gd name="connsiteX24" fmla="*/ 3103456 w 4569687"/>
                <a:gd name="connsiteY24" fmla="*/ 3681351 h 3741630"/>
                <a:gd name="connsiteX25" fmla="*/ 2815511 w 4569687"/>
                <a:gd name="connsiteY25" fmla="*/ 3562080 h 3741630"/>
                <a:gd name="connsiteX26" fmla="*/ 2772231 w 4569687"/>
                <a:gd name="connsiteY26" fmla="*/ 3509625 h 3741630"/>
                <a:gd name="connsiteX27" fmla="*/ 2697608 w 4569687"/>
                <a:gd name="connsiteY27" fmla="*/ 3571194 h 3741630"/>
                <a:gd name="connsiteX28" fmla="*/ 2162552 w 4569687"/>
                <a:gd name="connsiteY28" fmla="*/ 3734631 h 3741630"/>
                <a:gd name="connsiteX29" fmla="*/ 1390478 w 4569687"/>
                <a:gd name="connsiteY29" fmla="*/ 3368488 h 3741630"/>
                <a:gd name="connsiteX30" fmla="*/ 1046262 w 4569687"/>
                <a:gd name="connsiteY30" fmla="*/ 3459623 h 3741630"/>
                <a:gd name="connsiteX31" fmla="*/ 647319 w 4569687"/>
                <a:gd name="connsiteY31" fmla="*/ 3134475 h 3741630"/>
                <a:gd name="connsiteX32" fmla="*/ 642925 w 4569687"/>
                <a:gd name="connsiteY32" fmla="*/ 3090891 h 3741630"/>
                <a:gd name="connsiteX33" fmla="*/ 634894 w 4569687"/>
                <a:gd name="connsiteY33" fmla="*/ 3098188 h 3741630"/>
                <a:gd name="connsiteX34" fmla="*/ 407216 w 4569687"/>
                <a:gd name="connsiteY34" fmla="*/ 3167734 h 3741630"/>
                <a:gd name="connsiteX35" fmla="*/ 0 w 4569687"/>
                <a:gd name="connsiteY35" fmla="*/ 2760518 h 3741630"/>
                <a:gd name="connsiteX36" fmla="*/ 407216 w 4569687"/>
                <a:gd name="connsiteY36" fmla="*/ 2353302 h 3741630"/>
                <a:gd name="connsiteX37" fmla="*/ 489284 w 4569687"/>
                <a:gd name="connsiteY37" fmla="*/ 2361575 h 3741630"/>
                <a:gd name="connsiteX38" fmla="*/ 508084 w 4569687"/>
                <a:gd name="connsiteY38" fmla="*/ 2367411 h 3741630"/>
                <a:gd name="connsiteX39" fmla="*/ 503849 w 4569687"/>
                <a:gd name="connsiteY39" fmla="*/ 2325400 h 3741630"/>
                <a:gd name="connsiteX40" fmla="*/ 1121688 w 4569687"/>
                <a:gd name="connsiteY40" fmla="*/ 1707561 h 3741630"/>
                <a:gd name="connsiteX41" fmla="*/ 1246204 w 4569687"/>
                <a:gd name="connsiteY41" fmla="*/ 1720113 h 3741630"/>
                <a:gd name="connsiteX42" fmla="*/ 1284356 w 4569687"/>
                <a:gd name="connsiteY42" fmla="*/ 1731957 h 3741630"/>
                <a:gd name="connsiteX43" fmla="*/ 1305976 w 4569687"/>
                <a:gd name="connsiteY43" fmla="*/ 1705754 h 3741630"/>
                <a:gd name="connsiteX44" fmla="*/ 1742854 w 4569687"/>
                <a:gd name="connsiteY44" fmla="*/ 1524793 h 3741630"/>
                <a:gd name="connsiteX45" fmla="*/ 1760288 w 4569687"/>
                <a:gd name="connsiteY45" fmla="*/ 1526551 h 3741630"/>
                <a:gd name="connsiteX46" fmla="*/ 1748032 w 4569687"/>
                <a:gd name="connsiteY46" fmla="*/ 1487068 h 3741630"/>
                <a:gd name="connsiteX47" fmla="*/ 1742854 w 4569687"/>
                <a:gd name="connsiteY47" fmla="*/ 1435701 h 3741630"/>
                <a:gd name="connsiteX48" fmla="*/ 1946367 w 4569687"/>
                <a:gd name="connsiteY48" fmla="*/ 1185999 h 3741630"/>
                <a:gd name="connsiteX49" fmla="*/ 1956892 w 4569687"/>
                <a:gd name="connsiteY49" fmla="*/ 1184938 h 3741630"/>
                <a:gd name="connsiteX50" fmla="*/ 1963928 w 4569687"/>
                <a:gd name="connsiteY50" fmla="*/ 1115143 h 3741630"/>
                <a:gd name="connsiteX51" fmla="*/ 2450363 w 4569687"/>
                <a:gd name="connsiteY51" fmla="*/ 718687 h 3741630"/>
                <a:gd name="connsiteX52" fmla="*/ 2520904 w 4569687"/>
                <a:gd name="connsiteY52" fmla="*/ 725798 h 3741630"/>
                <a:gd name="connsiteX53" fmla="*/ 2611712 w 4569687"/>
                <a:gd name="connsiteY53" fmla="*/ 0 h 37416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  <a:gd name="connsiteX0" fmla="*/ 2611712 w 4569687"/>
                <a:gd name="connsiteY0" fmla="*/ 0 h 3734730"/>
                <a:gd name="connsiteX1" fmla="*/ 2927539 w 4569687"/>
                <a:gd name="connsiteY1" fmla="*/ 0 h 3734730"/>
                <a:gd name="connsiteX2" fmla="*/ 3010471 w 4569687"/>
                <a:gd name="connsiteY2" fmla="*/ 662843 h 3734730"/>
                <a:gd name="connsiteX3" fmla="*/ 3062414 w 4569687"/>
                <a:gd name="connsiteY3" fmla="*/ 672782 h 3734730"/>
                <a:gd name="connsiteX4" fmla="*/ 3375104 w 4569687"/>
                <a:gd name="connsiteY4" fmla="*/ 893768 h 3734730"/>
                <a:gd name="connsiteX5" fmla="*/ 3401966 w 4569687"/>
                <a:gd name="connsiteY5" fmla="*/ 943258 h 3734730"/>
                <a:gd name="connsiteX6" fmla="*/ 3444529 w 4569687"/>
                <a:gd name="connsiteY6" fmla="*/ 938967 h 3734730"/>
                <a:gd name="connsiteX7" fmla="*/ 3941882 w 4569687"/>
                <a:gd name="connsiteY7" fmla="*/ 1268635 h 3734730"/>
                <a:gd name="connsiteX8" fmla="*/ 3950232 w 4569687"/>
                <a:gd name="connsiteY8" fmla="*/ 1295533 h 3734730"/>
                <a:gd name="connsiteX9" fmla="*/ 3968452 w 4569687"/>
                <a:gd name="connsiteY9" fmla="*/ 1289878 h 3734730"/>
                <a:gd name="connsiteX10" fmla="*/ 4041773 w 4569687"/>
                <a:gd name="connsiteY10" fmla="*/ 1282486 h 3734730"/>
                <a:gd name="connsiteX11" fmla="*/ 4398197 w 4569687"/>
                <a:gd name="connsiteY11" fmla="*/ 1572980 h 3734730"/>
                <a:gd name="connsiteX12" fmla="*/ 4401113 w 4569687"/>
                <a:gd name="connsiteY12" fmla="*/ 1601912 h 3734730"/>
                <a:gd name="connsiteX13" fmla="*/ 4509768 w 4569687"/>
                <a:gd name="connsiteY13" fmla="*/ 1612865 h 3734730"/>
                <a:gd name="connsiteX14" fmla="*/ 4569687 w 4569687"/>
                <a:gd name="connsiteY14" fmla="*/ 1630661 h 3734730"/>
                <a:gd name="connsiteX15" fmla="*/ 4569687 w 4569687"/>
                <a:gd name="connsiteY15" fmla="*/ 3685776 h 3734730"/>
                <a:gd name="connsiteX16" fmla="*/ 4479175 w 4569687"/>
                <a:gd name="connsiteY16" fmla="*/ 3694900 h 3734730"/>
                <a:gd name="connsiteX17" fmla="*/ 4083674 w 4569687"/>
                <a:gd name="connsiteY17" fmla="*/ 3574092 h 3734730"/>
                <a:gd name="connsiteX18" fmla="*/ 4051094 w 4569687"/>
                <a:gd name="connsiteY18" fmla="*/ 3547210 h 3734730"/>
                <a:gd name="connsiteX19" fmla="*/ 4009782 w 4569687"/>
                <a:gd name="connsiteY19" fmla="*/ 3581295 h 3734730"/>
                <a:gd name="connsiteX20" fmla="*/ 3782104 w 4569687"/>
                <a:gd name="connsiteY20" fmla="*/ 3650841 h 3734730"/>
                <a:gd name="connsiteX21" fmla="*/ 3494159 w 4569687"/>
                <a:gd name="connsiteY21" fmla="*/ 3531570 h 3734730"/>
                <a:gd name="connsiteX22" fmla="*/ 3452428 w 4569687"/>
                <a:gd name="connsiteY22" fmla="*/ 3480992 h 3734730"/>
                <a:gd name="connsiteX23" fmla="*/ 3441126 w 4569687"/>
                <a:gd name="connsiteY23" fmla="*/ 3501813 h 3734730"/>
                <a:gd name="connsiteX24" fmla="*/ 3103456 w 4569687"/>
                <a:gd name="connsiteY24" fmla="*/ 3681351 h 3734730"/>
                <a:gd name="connsiteX25" fmla="*/ 2815511 w 4569687"/>
                <a:gd name="connsiteY25" fmla="*/ 3562080 h 3734730"/>
                <a:gd name="connsiteX26" fmla="*/ 2772231 w 4569687"/>
                <a:gd name="connsiteY26" fmla="*/ 3509625 h 3734730"/>
                <a:gd name="connsiteX27" fmla="*/ 2697608 w 4569687"/>
                <a:gd name="connsiteY27" fmla="*/ 3571194 h 3734730"/>
                <a:gd name="connsiteX28" fmla="*/ 2162552 w 4569687"/>
                <a:gd name="connsiteY28" fmla="*/ 3734631 h 3734730"/>
                <a:gd name="connsiteX29" fmla="*/ 1390478 w 4569687"/>
                <a:gd name="connsiteY29" fmla="*/ 3368488 h 3734730"/>
                <a:gd name="connsiteX30" fmla="*/ 1046262 w 4569687"/>
                <a:gd name="connsiteY30" fmla="*/ 3459623 h 3734730"/>
                <a:gd name="connsiteX31" fmla="*/ 647319 w 4569687"/>
                <a:gd name="connsiteY31" fmla="*/ 3134475 h 3734730"/>
                <a:gd name="connsiteX32" fmla="*/ 642925 w 4569687"/>
                <a:gd name="connsiteY32" fmla="*/ 3090891 h 3734730"/>
                <a:gd name="connsiteX33" fmla="*/ 634894 w 4569687"/>
                <a:gd name="connsiteY33" fmla="*/ 3098188 h 3734730"/>
                <a:gd name="connsiteX34" fmla="*/ 407216 w 4569687"/>
                <a:gd name="connsiteY34" fmla="*/ 3167734 h 3734730"/>
                <a:gd name="connsiteX35" fmla="*/ 0 w 4569687"/>
                <a:gd name="connsiteY35" fmla="*/ 2760518 h 3734730"/>
                <a:gd name="connsiteX36" fmla="*/ 407216 w 4569687"/>
                <a:gd name="connsiteY36" fmla="*/ 2353302 h 3734730"/>
                <a:gd name="connsiteX37" fmla="*/ 489284 w 4569687"/>
                <a:gd name="connsiteY37" fmla="*/ 2361575 h 3734730"/>
                <a:gd name="connsiteX38" fmla="*/ 508084 w 4569687"/>
                <a:gd name="connsiteY38" fmla="*/ 2367411 h 3734730"/>
                <a:gd name="connsiteX39" fmla="*/ 503849 w 4569687"/>
                <a:gd name="connsiteY39" fmla="*/ 2325400 h 3734730"/>
                <a:gd name="connsiteX40" fmla="*/ 1121688 w 4569687"/>
                <a:gd name="connsiteY40" fmla="*/ 1707561 h 3734730"/>
                <a:gd name="connsiteX41" fmla="*/ 1246204 w 4569687"/>
                <a:gd name="connsiteY41" fmla="*/ 1720113 h 3734730"/>
                <a:gd name="connsiteX42" fmla="*/ 1284356 w 4569687"/>
                <a:gd name="connsiteY42" fmla="*/ 1731957 h 3734730"/>
                <a:gd name="connsiteX43" fmla="*/ 1305976 w 4569687"/>
                <a:gd name="connsiteY43" fmla="*/ 1705754 h 3734730"/>
                <a:gd name="connsiteX44" fmla="*/ 1742854 w 4569687"/>
                <a:gd name="connsiteY44" fmla="*/ 1524793 h 3734730"/>
                <a:gd name="connsiteX45" fmla="*/ 1760288 w 4569687"/>
                <a:gd name="connsiteY45" fmla="*/ 1526551 h 3734730"/>
                <a:gd name="connsiteX46" fmla="*/ 1748032 w 4569687"/>
                <a:gd name="connsiteY46" fmla="*/ 1487068 h 3734730"/>
                <a:gd name="connsiteX47" fmla="*/ 1742854 w 4569687"/>
                <a:gd name="connsiteY47" fmla="*/ 1435701 h 3734730"/>
                <a:gd name="connsiteX48" fmla="*/ 1946367 w 4569687"/>
                <a:gd name="connsiteY48" fmla="*/ 1185999 h 3734730"/>
                <a:gd name="connsiteX49" fmla="*/ 1956892 w 4569687"/>
                <a:gd name="connsiteY49" fmla="*/ 1184938 h 3734730"/>
                <a:gd name="connsiteX50" fmla="*/ 1963928 w 4569687"/>
                <a:gd name="connsiteY50" fmla="*/ 1115143 h 3734730"/>
                <a:gd name="connsiteX51" fmla="*/ 2450363 w 4569687"/>
                <a:gd name="connsiteY51" fmla="*/ 718687 h 3734730"/>
                <a:gd name="connsiteX52" fmla="*/ 2520904 w 4569687"/>
                <a:gd name="connsiteY52" fmla="*/ 725798 h 3734730"/>
                <a:gd name="connsiteX53" fmla="*/ 2611712 w 4569687"/>
                <a:gd name="connsiteY53" fmla="*/ 0 h 3734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569687" h="3734730">
                  <a:moveTo>
                    <a:pt x="2611712" y="0"/>
                  </a:moveTo>
                  <a:lnTo>
                    <a:pt x="2927539" y="0"/>
                  </a:lnTo>
                  <a:lnTo>
                    <a:pt x="3010471" y="662843"/>
                  </a:lnTo>
                  <a:lnTo>
                    <a:pt x="3062414" y="672782"/>
                  </a:lnTo>
                  <a:cubicBezTo>
                    <a:pt x="3191764" y="706062"/>
                    <a:pt x="3302353" y="786083"/>
                    <a:pt x="3375104" y="893768"/>
                  </a:cubicBezTo>
                  <a:lnTo>
                    <a:pt x="3401966" y="943258"/>
                  </a:lnTo>
                  <a:lnTo>
                    <a:pt x="3444529" y="938967"/>
                  </a:lnTo>
                  <a:cubicBezTo>
                    <a:pt x="3668109" y="938967"/>
                    <a:pt x="3859940" y="1074903"/>
                    <a:pt x="3941882" y="1268635"/>
                  </a:cubicBezTo>
                  <a:lnTo>
                    <a:pt x="3950232" y="1295533"/>
                  </a:lnTo>
                  <a:lnTo>
                    <a:pt x="3968452" y="1289878"/>
                  </a:lnTo>
                  <a:cubicBezTo>
                    <a:pt x="3992135" y="1285031"/>
                    <a:pt x="4016657" y="1282486"/>
                    <a:pt x="4041773" y="1282486"/>
                  </a:cubicBezTo>
                  <a:cubicBezTo>
                    <a:pt x="4217586" y="1282486"/>
                    <a:pt x="4364272" y="1407196"/>
                    <a:pt x="4398197" y="1572980"/>
                  </a:cubicBezTo>
                  <a:lnTo>
                    <a:pt x="4401113" y="1601912"/>
                  </a:lnTo>
                  <a:lnTo>
                    <a:pt x="4509768" y="1612865"/>
                  </a:lnTo>
                  <a:lnTo>
                    <a:pt x="4569687" y="1630661"/>
                  </a:lnTo>
                  <a:lnTo>
                    <a:pt x="4569687" y="3685776"/>
                  </a:lnTo>
                  <a:lnTo>
                    <a:pt x="4479175" y="3694900"/>
                  </a:lnTo>
                  <a:cubicBezTo>
                    <a:pt x="4332673" y="3694900"/>
                    <a:pt x="4196572" y="3650364"/>
                    <a:pt x="4083674" y="3574092"/>
                  </a:cubicBezTo>
                  <a:lnTo>
                    <a:pt x="4051094" y="3547210"/>
                  </a:lnTo>
                  <a:lnTo>
                    <a:pt x="4009782" y="3581295"/>
                  </a:lnTo>
                  <a:cubicBezTo>
                    <a:pt x="3944790" y="3625203"/>
                    <a:pt x="3866441" y="3650841"/>
                    <a:pt x="3782104" y="3650841"/>
                  </a:cubicBezTo>
                  <a:cubicBezTo>
                    <a:pt x="3669655" y="3650841"/>
                    <a:pt x="3567851" y="3605262"/>
                    <a:pt x="3494159" y="3531570"/>
                  </a:cubicBezTo>
                  <a:lnTo>
                    <a:pt x="3452428" y="3480992"/>
                  </a:lnTo>
                  <a:lnTo>
                    <a:pt x="3441126" y="3501813"/>
                  </a:lnTo>
                  <a:cubicBezTo>
                    <a:pt x="3367946" y="3610134"/>
                    <a:pt x="3244018" y="3681351"/>
                    <a:pt x="3103456" y="3681351"/>
                  </a:cubicBezTo>
                  <a:cubicBezTo>
                    <a:pt x="2991007" y="3681351"/>
                    <a:pt x="2889203" y="3635772"/>
                    <a:pt x="2815511" y="3562080"/>
                  </a:cubicBezTo>
                  <a:lnTo>
                    <a:pt x="2772231" y="3509625"/>
                  </a:lnTo>
                  <a:lnTo>
                    <a:pt x="2697608" y="3571194"/>
                  </a:lnTo>
                  <a:cubicBezTo>
                    <a:pt x="2544873" y="3674380"/>
                    <a:pt x="2382991" y="3737583"/>
                    <a:pt x="2162552" y="3734631"/>
                  </a:cubicBezTo>
                  <a:cubicBezTo>
                    <a:pt x="1740716" y="3728982"/>
                    <a:pt x="1534323" y="3547967"/>
                    <a:pt x="1390478" y="3368488"/>
                  </a:cubicBezTo>
                  <a:cubicBezTo>
                    <a:pt x="1316786" y="3442180"/>
                    <a:pt x="1170122" y="3498625"/>
                    <a:pt x="1046262" y="3459623"/>
                  </a:cubicBezTo>
                  <a:cubicBezTo>
                    <a:pt x="922402" y="3420621"/>
                    <a:pt x="685290" y="3320037"/>
                    <a:pt x="647319" y="3134475"/>
                  </a:cubicBezTo>
                  <a:lnTo>
                    <a:pt x="642925" y="3090891"/>
                  </a:lnTo>
                  <a:lnTo>
                    <a:pt x="634894" y="3098188"/>
                  </a:lnTo>
                  <a:cubicBezTo>
                    <a:pt x="569902" y="3142096"/>
                    <a:pt x="491553" y="3167734"/>
                    <a:pt x="407216" y="3167734"/>
                  </a:cubicBezTo>
                  <a:cubicBezTo>
                    <a:pt x="182317" y="3167734"/>
                    <a:pt x="0" y="2985417"/>
                    <a:pt x="0" y="2760518"/>
                  </a:cubicBezTo>
                  <a:cubicBezTo>
                    <a:pt x="0" y="2535619"/>
                    <a:pt x="182317" y="2353302"/>
                    <a:pt x="407216" y="2353302"/>
                  </a:cubicBezTo>
                  <a:cubicBezTo>
                    <a:pt x="435328" y="2353302"/>
                    <a:pt x="462775" y="2356151"/>
                    <a:pt x="489284" y="2361575"/>
                  </a:cubicBezTo>
                  <a:lnTo>
                    <a:pt x="508084" y="2367411"/>
                  </a:lnTo>
                  <a:lnTo>
                    <a:pt x="503849" y="2325400"/>
                  </a:lnTo>
                  <a:cubicBezTo>
                    <a:pt x="503849" y="1984177"/>
                    <a:pt x="780465" y="1707561"/>
                    <a:pt x="1121688" y="1707561"/>
                  </a:cubicBezTo>
                  <a:cubicBezTo>
                    <a:pt x="1164341" y="1707561"/>
                    <a:pt x="1205984" y="1711883"/>
                    <a:pt x="1246204" y="1720113"/>
                  </a:cubicBezTo>
                  <a:lnTo>
                    <a:pt x="1284356" y="1731957"/>
                  </a:lnTo>
                  <a:lnTo>
                    <a:pt x="1305976" y="1705754"/>
                  </a:lnTo>
                  <a:cubicBezTo>
                    <a:pt x="1417783" y="1593947"/>
                    <a:pt x="1572242" y="1524793"/>
                    <a:pt x="1742854" y="1524793"/>
                  </a:cubicBezTo>
                  <a:lnTo>
                    <a:pt x="1760288" y="1526551"/>
                  </a:lnTo>
                  <a:lnTo>
                    <a:pt x="1748032" y="1487068"/>
                  </a:lnTo>
                  <a:cubicBezTo>
                    <a:pt x="1744637" y="1470476"/>
                    <a:pt x="1742854" y="1453297"/>
                    <a:pt x="1742854" y="1435701"/>
                  </a:cubicBezTo>
                  <a:cubicBezTo>
                    <a:pt x="1742854" y="1312531"/>
                    <a:pt x="1830222" y="1209766"/>
                    <a:pt x="1946367" y="1185999"/>
                  </a:cubicBezTo>
                  <a:lnTo>
                    <a:pt x="1956892" y="1184938"/>
                  </a:lnTo>
                  <a:lnTo>
                    <a:pt x="1963928" y="1115143"/>
                  </a:lnTo>
                  <a:cubicBezTo>
                    <a:pt x="2010227" y="888886"/>
                    <a:pt x="2210419" y="718687"/>
                    <a:pt x="2450363" y="718687"/>
                  </a:cubicBezTo>
                  <a:lnTo>
                    <a:pt x="2520904" y="725798"/>
                  </a:lnTo>
                  <a:lnTo>
                    <a:pt x="261171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="" xmlns:a16="http://schemas.microsoft.com/office/drawing/2014/main" id="{D0429EA9-A20D-4800-80F6-48970138B795}"/>
                </a:ext>
              </a:extLst>
            </p:cNvPr>
            <p:cNvGrpSpPr/>
            <p:nvPr userDrawn="1"/>
          </p:nvGrpSpPr>
          <p:grpSpPr>
            <a:xfrm>
              <a:off x="6992136" y="387072"/>
              <a:ext cx="704897" cy="1355021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="" xmlns:a16="http://schemas.microsoft.com/office/drawing/2014/main" id="{4817FF4C-CE41-4E26-9FB9-CB745F3234F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="" xmlns:a16="http://schemas.microsoft.com/office/drawing/2014/main" id="{688B8353-32F5-4D6E-81D9-D597B60FA9D3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="" xmlns:a16="http://schemas.microsoft.com/office/drawing/2014/main" id="{155478D4-44EA-48AE-860F-E368AD673D0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="" xmlns:a16="http://schemas.microsoft.com/office/drawing/2014/main" id="{1861CCC0-CB32-42D2-947D-1907817DDDAE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="" xmlns:a16="http://schemas.microsoft.com/office/drawing/2014/main" id="{E3ED5D5D-DC92-4BF6-B431-CE8E43382FD0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="" xmlns:a16="http://schemas.microsoft.com/office/drawing/2014/main" id="{57F372C6-9816-462E-83F5-DFD56E8AF164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="" xmlns:a16="http://schemas.microsoft.com/office/drawing/2014/main" id="{F07321F0-763D-431A-87E5-1BD5F333CAE1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="" xmlns:a16="http://schemas.microsoft.com/office/drawing/2014/main" id="{D39A1E25-A8B6-4EE4-8AC8-D262A0C0D58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2987824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67544" y="411510"/>
            <a:ext cx="2303282" cy="136815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67544" y="1779662"/>
            <a:ext cx="2303282" cy="504056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27" name="그룹 26">
            <a:extLst>
              <a:ext uri="{FF2B5EF4-FFF2-40B4-BE49-F238E27FC236}">
                <a16:creationId xmlns="" xmlns:a16="http://schemas.microsoft.com/office/drawing/2014/main" id="{C5AC382A-C3B5-4BE0-B805-8F9094AFD7DC}"/>
              </a:ext>
            </a:extLst>
          </p:cNvPr>
          <p:cNvGrpSpPr/>
          <p:nvPr userDrawn="1"/>
        </p:nvGrpSpPr>
        <p:grpSpPr>
          <a:xfrm>
            <a:off x="0" y="2571749"/>
            <a:ext cx="2984923" cy="2571751"/>
            <a:chOff x="0" y="2571749"/>
            <a:chExt cx="2984923" cy="2571751"/>
          </a:xfrm>
        </p:grpSpPr>
        <p:grpSp>
          <p:nvGrpSpPr>
            <p:cNvPr id="6" name="Group 5"/>
            <p:cNvGrpSpPr/>
            <p:nvPr userDrawn="1"/>
          </p:nvGrpSpPr>
          <p:grpSpPr>
            <a:xfrm>
              <a:off x="0" y="4032469"/>
              <a:ext cx="2984923" cy="1111031"/>
              <a:chOff x="0" y="4032469"/>
              <a:chExt cx="2984923" cy="1111031"/>
            </a:xfrm>
          </p:grpSpPr>
          <p:sp>
            <p:nvSpPr>
              <p:cNvPr id="2" name="Rectangle 1"/>
              <p:cNvSpPr/>
              <p:nvPr userDrawn="1"/>
            </p:nvSpPr>
            <p:spPr>
              <a:xfrm>
                <a:off x="2527176" y="4443958"/>
                <a:ext cx="457200" cy="69954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" name="Oval 2"/>
              <p:cNvSpPr/>
              <p:nvPr userDrawn="1"/>
            </p:nvSpPr>
            <p:spPr>
              <a:xfrm>
                <a:off x="2128455" y="4032469"/>
                <a:ext cx="856468" cy="856468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Rectangle 7"/>
              <p:cNvSpPr/>
              <p:nvPr userDrawn="1"/>
            </p:nvSpPr>
            <p:spPr>
              <a:xfrm>
                <a:off x="0" y="4363963"/>
                <a:ext cx="449249" cy="77953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Oval 8"/>
              <p:cNvSpPr/>
              <p:nvPr userDrawn="1"/>
            </p:nvSpPr>
            <p:spPr>
              <a:xfrm>
                <a:off x="0" y="4117025"/>
                <a:ext cx="457200" cy="457200"/>
              </a:xfrm>
              <a:prstGeom prst="ellips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ko-KR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26" name="자유형: 도형 25">
              <a:extLst>
                <a:ext uri="{FF2B5EF4-FFF2-40B4-BE49-F238E27FC236}">
                  <a16:creationId xmlns="" xmlns:a16="http://schemas.microsoft.com/office/drawing/2014/main" id="{A909D931-338B-4F68-B73A-DDF2CA17DD12}"/>
                </a:ext>
              </a:extLst>
            </p:cNvPr>
            <p:cNvSpPr/>
            <p:nvPr userDrawn="1"/>
          </p:nvSpPr>
          <p:spPr>
            <a:xfrm>
              <a:off x="0" y="3170955"/>
              <a:ext cx="2544134" cy="1972545"/>
            </a:xfrm>
            <a:custGeom>
              <a:avLst/>
              <a:gdLst>
                <a:gd name="connsiteX0" fmla="*/ 1395974 w 2544134"/>
                <a:gd name="connsiteY0" fmla="*/ 0 h 1972545"/>
                <a:gd name="connsiteX1" fmla="*/ 1581175 w 2544134"/>
                <a:gd name="connsiteY1" fmla="*/ 0 h 1972545"/>
                <a:gd name="connsiteX2" fmla="*/ 1629807 w 2544134"/>
                <a:gd name="connsiteY2" fmla="*/ 388693 h 1972545"/>
                <a:gd name="connsiteX3" fmla="*/ 1660266 w 2544134"/>
                <a:gd name="connsiteY3" fmla="*/ 394521 h 1972545"/>
                <a:gd name="connsiteX4" fmla="*/ 1843628 w 2544134"/>
                <a:gd name="connsiteY4" fmla="*/ 524107 h 1972545"/>
                <a:gd name="connsiteX5" fmla="*/ 1859380 w 2544134"/>
                <a:gd name="connsiteY5" fmla="*/ 553128 h 1972545"/>
                <a:gd name="connsiteX6" fmla="*/ 1884339 w 2544134"/>
                <a:gd name="connsiteY6" fmla="*/ 550612 h 1972545"/>
                <a:gd name="connsiteX7" fmla="*/ 2175988 w 2544134"/>
                <a:gd name="connsiteY7" fmla="*/ 743930 h 1972545"/>
                <a:gd name="connsiteX8" fmla="*/ 2180885 w 2544134"/>
                <a:gd name="connsiteY8" fmla="*/ 759703 h 1972545"/>
                <a:gd name="connsiteX9" fmla="*/ 2191569 w 2544134"/>
                <a:gd name="connsiteY9" fmla="*/ 756387 h 1972545"/>
                <a:gd name="connsiteX10" fmla="*/ 2234564 w 2544134"/>
                <a:gd name="connsiteY10" fmla="*/ 752052 h 1972545"/>
                <a:gd name="connsiteX11" fmla="*/ 2443572 w 2544134"/>
                <a:gd name="connsiteY11" fmla="*/ 922399 h 1972545"/>
                <a:gd name="connsiteX12" fmla="*/ 2445282 w 2544134"/>
                <a:gd name="connsiteY12" fmla="*/ 939364 h 1972545"/>
                <a:gd name="connsiteX13" fmla="*/ 2508998 w 2544134"/>
                <a:gd name="connsiteY13" fmla="*/ 945787 h 1972545"/>
                <a:gd name="connsiteX14" fmla="*/ 2544134 w 2544134"/>
                <a:gd name="connsiteY14" fmla="*/ 956223 h 1972545"/>
                <a:gd name="connsiteX15" fmla="*/ 2544134 w 2544134"/>
                <a:gd name="connsiteY15" fmla="*/ 1972545 h 1972545"/>
                <a:gd name="connsiteX16" fmla="*/ 354884 w 2544134"/>
                <a:gd name="connsiteY16" fmla="*/ 1972545 h 1972545"/>
                <a:gd name="connsiteX17" fmla="*/ 342134 w 2544134"/>
                <a:gd name="connsiteY17" fmla="*/ 1965625 h 1972545"/>
                <a:gd name="connsiteX18" fmla="*/ 244050 w 2544134"/>
                <a:gd name="connsiteY18" fmla="*/ 1838062 h 1972545"/>
                <a:gd name="connsiteX19" fmla="*/ 241474 w 2544134"/>
                <a:gd name="connsiteY19" fmla="*/ 1812505 h 1972545"/>
                <a:gd name="connsiteX20" fmla="*/ 236764 w 2544134"/>
                <a:gd name="connsiteY20" fmla="*/ 1816784 h 1972545"/>
                <a:gd name="connsiteX21" fmla="*/ 103253 w 2544134"/>
                <a:gd name="connsiteY21" fmla="*/ 1857566 h 1972545"/>
                <a:gd name="connsiteX22" fmla="*/ 10304 w 2544134"/>
                <a:gd name="connsiteY22" fmla="*/ 1838801 h 1972545"/>
                <a:gd name="connsiteX23" fmla="*/ 0 w 2544134"/>
                <a:gd name="connsiteY23" fmla="*/ 1833208 h 1972545"/>
                <a:gd name="connsiteX24" fmla="*/ 0 w 2544134"/>
                <a:gd name="connsiteY24" fmla="*/ 1404340 h 1972545"/>
                <a:gd name="connsiteX25" fmla="*/ 10304 w 2544134"/>
                <a:gd name="connsiteY25" fmla="*/ 1398747 h 1972545"/>
                <a:gd name="connsiteX26" fmla="*/ 103253 w 2544134"/>
                <a:gd name="connsiteY26" fmla="*/ 1379981 h 1972545"/>
                <a:gd name="connsiteX27" fmla="*/ 151378 w 2544134"/>
                <a:gd name="connsiteY27" fmla="*/ 1384832 h 1972545"/>
                <a:gd name="connsiteX28" fmla="*/ 162402 w 2544134"/>
                <a:gd name="connsiteY28" fmla="*/ 1388255 h 1972545"/>
                <a:gd name="connsiteX29" fmla="*/ 159919 w 2544134"/>
                <a:gd name="connsiteY29" fmla="*/ 1363619 h 1972545"/>
                <a:gd name="connsiteX30" fmla="*/ 522221 w 2544134"/>
                <a:gd name="connsiteY30" fmla="*/ 1001317 h 1972545"/>
                <a:gd name="connsiteX31" fmla="*/ 595237 w 2544134"/>
                <a:gd name="connsiteY31" fmla="*/ 1008678 h 1972545"/>
                <a:gd name="connsiteX32" fmla="*/ 617610 w 2544134"/>
                <a:gd name="connsiteY32" fmla="*/ 1015623 h 1972545"/>
                <a:gd name="connsiteX33" fmla="*/ 630288 w 2544134"/>
                <a:gd name="connsiteY33" fmla="*/ 1000258 h 1972545"/>
                <a:gd name="connsiteX34" fmla="*/ 886474 w 2544134"/>
                <a:gd name="connsiteY34" fmla="*/ 894142 h 1972545"/>
                <a:gd name="connsiteX35" fmla="*/ 896697 w 2544134"/>
                <a:gd name="connsiteY35" fmla="*/ 895173 h 1972545"/>
                <a:gd name="connsiteX36" fmla="*/ 889510 w 2544134"/>
                <a:gd name="connsiteY36" fmla="*/ 872020 h 1972545"/>
                <a:gd name="connsiteX37" fmla="*/ 886474 w 2544134"/>
                <a:gd name="connsiteY37" fmla="*/ 841898 h 1972545"/>
                <a:gd name="connsiteX38" fmla="*/ 1005814 w 2544134"/>
                <a:gd name="connsiteY38" fmla="*/ 695472 h 1972545"/>
                <a:gd name="connsiteX39" fmla="*/ 1011986 w 2544134"/>
                <a:gd name="connsiteY39" fmla="*/ 694850 h 1972545"/>
                <a:gd name="connsiteX40" fmla="*/ 1016112 w 2544134"/>
                <a:gd name="connsiteY40" fmla="*/ 653922 h 1972545"/>
                <a:gd name="connsiteX41" fmla="*/ 1301359 w 2544134"/>
                <a:gd name="connsiteY41" fmla="*/ 421440 h 1972545"/>
                <a:gd name="connsiteX42" fmla="*/ 1342724 w 2544134"/>
                <a:gd name="connsiteY42" fmla="*/ 425610 h 1972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544134" h="1972545">
                  <a:moveTo>
                    <a:pt x="1395974" y="0"/>
                  </a:moveTo>
                  <a:lnTo>
                    <a:pt x="1581175" y="0"/>
                  </a:lnTo>
                  <a:lnTo>
                    <a:pt x="1629807" y="388693"/>
                  </a:lnTo>
                  <a:lnTo>
                    <a:pt x="1660266" y="394521"/>
                  </a:lnTo>
                  <a:cubicBezTo>
                    <a:pt x="1736117" y="414036"/>
                    <a:pt x="1800967" y="460961"/>
                    <a:pt x="1843628" y="524107"/>
                  </a:cubicBezTo>
                  <a:lnTo>
                    <a:pt x="1859380" y="553128"/>
                  </a:lnTo>
                  <a:lnTo>
                    <a:pt x="1884339" y="550612"/>
                  </a:lnTo>
                  <a:cubicBezTo>
                    <a:pt x="2015447" y="550612"/>
                    <a:pt x="2127937" y="630325"/>
                    <a:pt x="2175988" y="743930"/>
                  </a:cubicBezTo>
                  <a:lnTo>
                    <a:pt x="2180885" y="759703"/>
                  </a:lnTo>
                  <a:lnTo>
                    <a:pt x="2191569" y="756387"/>
                  </a:lnTo>
                  <a:cubicBezTo>
                    <a:pt x="2205457" y="753545"/>
                    <a:pt x="2219836" y="752052"/>
                    <a:pt x="2234564" y="752052"/>
                  </a:cubicBezTo>
                  <a:cubicBezTo>
                    <a:pt x="2337661" y="752052"/>
                    <a:pt x="2423678" y="825183"/>
                    <a:pt x="2443572" y="922399"/>
                  </a:cubicBezTo>
                  <a:lnTo>
                    <a:pt x="2445282" y="939364"/>
                  </a:lnTo>
                  <a:lnTo>
                    <a:pt x="2508998" y="945787"/>
                  </a:lnTo>
                  <a:lnTo>
                    <a:pt x="2544134" y="956223"/>
                  </a:lnTo>
                  <a:lnTo>
                    <a:pt x="2544134" y="1972545"/>
                  </a:lnTo>
                  <a:lnTo>
                    <a:pt x="354884" y="1972545"/>
                  </a:lnTo>
                  <a:lnTo>
                    <a:pt x="342134" y="1965625"/>
                  </a:lnTo>
                  <a:cubicBezTo>
                    <a:pt x="295511" y="1934418"/>
                    <a:pt x="255183" y="1892469"/>
                    <a:pt x="244050" y="1838062"/>
                  </a:cubicBezTo>
                  <a:lnTo>
                    <a:pt x="241474" y="1812505"/>
                  </a:lnTo>
                  <a:lnTo>
                    <a:pt x="236764" y="1816784"/>
                  </a:lnTo>
                  <a:cubicBezTo>
                    <a:pt x="198653" y="1842531"/>
                    <a:pt x="152709" y="1857566"/>
                    <a:pt x="103253" y="1857566"/>
                  </a:cubicBezTo>
                  <a:cubicBezTo>
                    <a:pt x="70283" y="1857566"/>
                    <a:pt x="38873" y="1850884"/>
                    <a:pt x="10304" y="1838801"/>
                  </a:cubicBezTo>
                  <a:lnTo>
                    <a:pt x="0" y="1833208"/>
                  </a:lnTo>
                  <a:lnTo>
                    <a:pt x="0" y="1404340"/>
                  </a:lnTo>
                  <a:lnTo>
                    <a:pt x="10304" y="1398747"/>
                  </a:lnTo>
                  <a:cubicBezTo>
                    <a:pt x="38873" y="1386663"/>
                    <a:pt x="70283" y="1379981"/>
                    <a:pt x="103253" y="1379981"/>
                  </a:cubicBezTo>
                  <a:cubicBezTo>
                    <a:pt x="119738" y="1379981"/>
                    <a:pt x="135833" y="1381652"/>
                    <a:pt x="151378" y="1384832"/>
                  </a:cubicBezTo>
                  <a:lnTo>
                    <a:pt x="162402" y="1388255"/>
                  </a:lnTo>
                  <a:lnTo>
                    <a:pt x="159919" y="1363619"/>
                  </a:lnTo>
                  <a:cubicBezTo>
                    <a:pt x="159919" y="1163525"/>
                    <a:pt x="322127" y="1001317"/>
                    <a:pt x="522221" y="1001317"/>
                  </a:cubicBezTo>
                  <a:cubicBezTo>
                    <a:pt x="547233" y="1001317"/>
                    <a:pt x="571652" y="1003852"/>
                    <a:pt x="595237" y="1008678"/>
                  </a:cubicBezTo>
                  <a:lnTo>
                    <a:pt x="617610" y="1015623"/>
                  </a:lnTo>
                  <a:lnTo>
                    <a:pt x="630288" y="1000258"/>
                  </a:lnTo>
                  <a:cubicBezTo>
                    <a:pt x="695852" y="934694"/>
                    <a:pt x="786427" y="894142"/>
                    <a:pt x="886474" y="894142"/>
                  </a:cubicBezTo>
                  <a:lnTo>
                    <a:pt x="896697" y="895173"/>
                  </a:lnTo>
                  <a:lnTo>
                    <a:pt x="889510" y="872020"/>
                  </a:lnTo>
                  <a:cubicBezTo>
                    <a:pt x="887519" y="862290"/>
                    <a:pt x="886474" y="852216"/>
                    <a:pt x="886474" y="841898"/>
                  </a:cubicBezTo>
                  <a:cubicBezTo>
                    <a:pt x="886474" y="769671"/>
                    <a:pt x="937707" y="709409"/>
                    <a:pt x="1005814" y="695472"/>
                  </a:cubicBezTo>
                  <a:lnTo>
                    <a:pt x="1011986" y="694850"/>
                  </a:lnTo>
                  <a:lnTo>
                    <a:pt x="1016112" y="653922"/>
                  </a:lnTo>
                  <a:cubicBezTo>
                    <a:pt x="1043262" y="521245"/>
                    <a:pt x="1160655" y="421440"/>
                    <a:pt x="1301359" y="421440"/>
                  </a:cubicBezTo>
                  <a:lnTo>
                    <a:pt x="1342724" y="42561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grpSp>
          <p:nvGrpSpPr>
            <p:cNvPr id="15" name="그룹 14">
              <a:extLst>
                <a:ext uri="{FF2B5EF4-FFF2-40B4-BE49-F238E27FC236}">
                  <a16:creationId xmlns="" xmlns:a16="http://schemas.microsoft.com/office/drawing/2014/main" id="{835AEBDB-6E77-465B-802B-2411CB9307EC}"/>
                </a:ext>
              </a:extLst>
            </p:cNvPr>
            <p:cNvGrpSpPr/>
            <p:nvPr userDrawn="1"/>
          </p:nvGrpSpPr>
          <p:grpSpPr>
            <a:xfrm>
              <a:off x="1278074" y="2571749"/>
              <a:ext cx="413353" cy="794587"/>
              <a:chOff x="5304862" y="-789923"/>
              <a:chExt cx="645890" cy="1241591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="" xmlns:a16="http://schemas.microsoft.com/office/drawing/2014/main" id="{5E76A47E-F7A7-4DA1-9B8C-D7B1A60D5D71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21" name="이등변 삼각형 49">
                  <a:extLst>
                    <a:ext uri="{FF2B5EF4-FFF2-40B4-BE49-F238E27FC236}">
                      <a16:creationId xmlns="" xmlns:a16="http://schemas.microsoft.com/office/drawing/2014/main" id="{67190486-51A1-4AB6-8B4F-B570F9832336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22" name="자유형: 도형 21">
                  <a:extLst>
                    <a:ext uri="{FF2B5EF4-FFF2-40B4-BE49-F238E27FC236}">
                      <a16:creationId xmlns="" xmlns:a16="http://schemas.microsoft.com/office/drawing/2014/main" id="{56F15390-B3DB-4D76-834D-291CE0D12AD3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23" name="자유형: 도형 22">
                  <a:extLst>
                    <a:ext uri="{FF2B5EF4-FFF2-40B4-BE49-F238E27FC236}">
                      <a16:creationId xmlns="" xmlns:a16="http://schemas.microsoft.com/office/drawing/2014/main" id="{3BA87288-70D8-4753-8DAA-8CA1C332EF6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7" name="타원 16">
                <a:extLst>
                  <a:ext uri="{FF2B5EF4-FFF2-40B4-BE49-F238E27FC236}">
                    <a16:creationId xmlns="" xmlns:a16="http://schemas.microsoft.com/office/drawing/2014/main" id="{AD475AD4-CA04-4B61-9BB4-408BA6A11E05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="" xmlns:a16="http://schemas.microsoft.com/office/drawing/2014/main" id="{1B106404-A3F8-4193-8435-FA430BEB5473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자유형: 도형 18">
                <a:extLst>
                  <a:ext uri="{FF2B5EF4-FFF2-40B4-BE49-F238E27FC236}">
                    <a16:creationId xmlns="" xmlns:a16="http://schemas.microsoft.com/office/drawing/2014/main" id="{9408417A-6F35-4CB8-93DD-4FB5074FE702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자유형: 도형 19">
                <a:extLst>
                  <a:ext uri="{FF2B5EF4-FFF2-40B4-BE49-F238E27FC236}">
                    <a16:creationId xmlns="" xmlns:a16="http://schemas.microsoft.com/office/drawing/2014/main" id="{3058858D-8ACE-40F2-B778-D2BFBF4553F3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2" name="Frame 11"/>
          <p:cNvSpPr/>
          <p:nvPr userDrawn="1"/>
        </p:nvSpPr>
        <p:spPr>
          <a:xfrm>
            <a:off x="251520" y="339502"/>
            <a:ext cx="8640960" cy="4464496"/>
          </a:xfrm>
          <a:prstGeom prst="frame">
            <a:avLst>
              <a:gd name="adj1" fmla="val 1236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375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llo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3476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523EB7A4-0598-4887-ACB7-E8220F8DDFED}"/>
              </a:ext>
            </a:extLst>
          </p:cNvPr>
          <p:cNvGrpSpPr/>
          <p:nvPr userDrawn="1"/>
        </p:nvGrpSpPr>
        <p:grpSpPr>
          <a:xfrm>
            <a:off x="1902711" y="232356"/>
            <a:ext cx="5620059" cy="4638441"/>
            <a:chOff x="1902711" y="497586"/>
            <a:chExt cx="5620059" cy="4638441"/>
          </a:xfrm>
        </p:grpSpPr>
        <p:grpSp>
          <p:nvGrpSpPr>
            <p:cNvPr id="53" name="그룹 52">
              <a:extLst>
                <a:ext uri="{FF2B5EF4-FFF2-40B4-BE49-F238E27FC236}">
                  <a16:creationId xmlns="" xmlns:a16="http://schemas.microsoft.com/office/drawing/2014/main" id="{C4167999-582F-4DE1-8524-427663DA86EB}"/>
                </a:ext>
              </a:extLst>
            </p:cNvPr>
            <p:cNvGrpSpPr/>
            <p:nvPr userDrawn="1"/>
          </p:nvGrpSpPr>
          <p:grpSpPr>
            <a:xfrm>
              <a:off x="1902711" y="1537517"/>
              <a:ext cx="5620059" cy="3598510"/>
              <a:chOff x="2401342" y="248706"/>
              <a:chExt cx="5620059" cy="3598510"/>
            </a:xfrm>
            <a:solidFill>
              <a:schemeClr val="bg1"/>
            </a:solidFill>
          </p:grpSpPr>
          <p:sp>
            <p:nvSpPr>
              <p:cNvPr id="54" name="Oval 11">
                <a:extLst>
                  <a:ext uri="{FF2B5EF4-FFF2-40B4-BE49-F238E27FC236}">
                    <a16:creationId xmlns="" xmlns:a16="http://schemas.microsoft.com/office/drawing/2014/main" id="{36E509A3-52CE-4453-9564-E704D9C6F3F0}"/>
                  </a:ext>
                </a:extLst>
              </p:cNvPr>
              <p:cNvSpPr/>
              <p:nvPr userDrawn="1"/>
            </p:nvSpPr>
            <p:spPr>
              <a:xfrm>
                <a:off x="4283968" y="941198"/>
                <a:ext cx="956850" cy="95685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Oval 11">
                <a:extLst>
                  <a:ext uri="{FF2B5EF4-FFF2-40B4-BE49-F238E27FC236}">
                    <a16:creationId xmlns="" xmlns:a16="http://schemas.microsoft.com/office/drawing/2014/main" id="{D8641ACF-24EC-4119-AF47-45C5E6B69718}"/>
                  </a:ext>
                </a:extLst>
              </p:cNvPr>
              <p:cNvSpPr/>
              <p:nvPr userDrawn="1"/>
            </p:nvSpPr>
            <p:spPr>
              <a:xfrm>
                <a:off x="4080672" y="1386488"/>
                <a:ext cx="491180" cy="49118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Oval 11">
                <a:extLst>
                  <a:ext uri="{FF2B5EF4-FFF2-40B4-BE49-F238E27FC236}">
                    <a16:creationId xmlns="" xmlns:a16="http://schemas.microsoft.com/office/drawing/2014/main" id="{3873CDEC-688A-4EE6-8974-D80E43FF9273}"/>
                  </a:ext>
                </a:extLst>
              </p:cNvPr>
              <p:cNvSpPr/>
              <p:nvPr userDrawn="1"/>
            </p:nvSpPr>
            <p:spPr>
              <a:xfrm>
                <a:off x="3485352" y="1717923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Oval 11">
                <a:extLst>
                  <a:ext uri="{FF2B5EF4-FFF2-40B4-BE49-F238E27FC236}">
                    <a16:creationId xmlns="" xmlns:a16="http://schemas.microsoft.com/office/drawing/2014/main" id="{B93DE707-F71B-42F6-A0EB-DFC85BA873B2}"/>
                  </a:ext>
                </a:extLst>
              </p:cNvPr>
              <p:cNvSpPr/>
              <p:nvPr userDrawn="1"/>
            </p:nvSpPr>
            <p:spPr>
              <a:xfrm>
                <a:off x="2886827" y="1894030"/>
                <a:ext cx="1190640" cy="1190640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Oval 11">
                <a:extLst>
                  <a:ext uri="{FF2B5EF4-FFF2-40B4-BE49-F238E27FC236}">
                    <a16:creationId xmlns="" xmlns:a16="http://schemas.microsoft.com/office/drawing/2014/main" id="{3A7AC84B-9DE8-4557-8141-47C15EEBD952}"/>
                  </a:ext>
                </a:extLst>
              </p:cNvPr>
              <p:cNvSpPr/>
              <p:nvPr userDrawn="1"/>
            </p:nvSpPr>
            <p:spPr>
              <a:xfrm>
                <a:off x="2401342" y="251623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9" name="Oval 11">
                <a:extLst>
                  <a:ext uri="{FF2B5EF4-FFF2-40B4-BE49-F238E27FC236}">
                    <a16:creationId xmlns="" xmlns:a16="http://schemas.microsoft.com/office/drawing/2014/main" id="{F200C86F-3147-4417-909C-8AA712602B15}"/>
                  </a:ext>
                </a:extLst>
              </p:cNvPr>
              <p:cNvSpPr/>
              <p:nvPr userDrawn="1"/>
            </p:nvSpPr>
            <p:spPr>
              <a:xfrm>
                <a:off x="3017096" y="2797485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Oval 11">
                <a:extLst>
                  <a:ext uri="{FF2B5EF4-FFF2-40B4-BE49-F238E27FC236}">
                    <a16:creationId xmlns="" xmlns:a16="http://schemas.microsoft.com/office/drawing/2014/main" id="{C19D843C-2344-43CD-A232-FDCAF8F43CA5}"/>
                  </a:ext>
                </a:extLst>
              </p:cNvPr>
              <p:cNvSpPr/>
              <p:nvPr userDrawn="1"/>
            </p:nvSpPr>
            <p:spPr>
              <a:xfrm>
                <a:off x="3562974" y="2003019"/>
                <a:ext cx="1844197" cy="184419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Oval 11">
                <a:extLst>
                  <a:ext uri="{FF2B5EF4-FFF2-40B4-BE49-F238E27FC236}">
                    <a16:creationId xmlns="" xmlns:a16="http://schemas.microsoft.com/office/drawing/2014/main" id="{1D594D95-F75F-4683-A364-E7EFD943F93B}"/>
                  </a:ext>
                </a:extLst>
              </p:cNvPr>
              <p:cNvSpPr/>
              <p:nvPr userDrawn="1"/>
            </p:nvSpPr>
            <p:spPr>
              <a:xfrm>
                <a:off x="4999309" y="3011131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Oval 11">
                <a:extLst>
                  <a:ext uri="{FF2B5EF4-FFF2-40B4-BE49-F238E27FC236}">
                    <a16:creationId xmlns="" xmlns:a16="http://schemas.microsoft.com/office/drawing/2014/main" id="{95DD39E7-93D6-494C-A36E-247288990A90}"/>
                  </a:ext>
                </a:extLst>
              </p:cNvPr>
              <p:cNvSpPr/>
              <p:nvPr userDrawn="1"/>
            </p:nvSpPr>
            <p:spPr>
              <a:xfrm>
                <a:off x="5653222" y="2981733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Oval 11">
                <a:extLst>
                  <a:ext uri="{FF2B5EF4-FFF2-40B4-BE49-F238E27FC236}">
                    <a16:creationId xmlns="" xmlns:a16="http://schemas.microsoft.com/office/drawing/2014/main" id="{0724B3EB-D2BA-46AD-9B24-8F61182FFCCE}"/>
                  </a:ext>
                </a:extLst>
              </p:cNvPr>
              <p:cNvSpPr/>
              <p:nvPr userDrawn="1"/>
            </p:nvSpPr>
            <p:spPr>
              <a:xfrm>
                <a:off x="6035666" y="2445747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Oval 11">
                <a:extLst>
                  <a:ext uri="{FF2B5EF4-FFF2-40B4-BE49-F238E27FC236}">
                    <a16:creationId xmlns="" xmlns:a16="http://schemas.microsoft.com/office/drawing/2014/main" id="{BDBBA2C7-3C34-4968-B283-7486C3E66CD2}"/>
                  </a:ext>
                </a:extLst>
              </p:cNvPr>
              <p:cNvSpPr/>
              <p:nvPr userDrawn="1"/>
            </p:nvSpPr>
            <p:spPr>
              <a:xfrm>
                <a:off x="7037784" y="2729409"/>
                <a:ext cx="784747" cy="784747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Oval 11">
                <a:extLst>
                  <a:ext uri="{FF2B5EF4-FFF2-40B4-BE49-F238E27FC236}">
                    <a16:creationId xmlns="" xmlns:a16="http://schemas.microsoft.com/office/drawing/2014/main" id="{1D3596EF-83B2-4D77-9900-8FBA5EF934B2}"/>
                  </a:ext>
                </a:extLst>
              </p:cNvPr>
              <p:cNvSpPr/>
              <p:nvPr userDrawn="1"/>
            </p:nvSpPr>
            <p:spPr>
              <a:xfrm>
                <a:off x="6658215" y="1725625"/>
                <a:ext cx="1363186" cy="136318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Oval 11">
                <a:extLst>
                  <a:ext uri="{FF2B5EF4-FFF2-40B4-BE49-F238E27FC236}">
                    <a16:creationId xmlns="" xmlns:a16="http://schemas.microsoft.com/office/drawing/2014/main" id="{478452D7-D34C-4072-B618-5EA4D20571B3}"/>
                  </a:ext>
                </a:extLst>
              </p:cNvPr>
              <p:cNvSpPr/>
              <p:nvPr userDrawn="1"/>
            </p:nvSpPr>
            <p:spPr>
              <a:xfrm>
                <a:off x="4702059" y="880592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Oval 11">
                <a:extLst>
                  <a:ext uri="{FF2B5EF4-FFF2-40B4-BE49-F238E27FC236}">
                    <a16:creationId xmlns="" xmlns:a16="http://schemas.microsoft.com/office/drawing/2014/main" id="{B67A8B79-3441-4CEE-82A3-001ECBD4DD6C}"/>
                  </a:ext>
                </a:extLst>
              </p:cNvPr>
              <p:cNvSpPr/>
              <p:nvPr userDrawn="1"/>
            </p:nvSpPr>
            <p:spPr>
              <a:xfrm>
                <a:off x="5200227" y="115344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Oval 11">
                <a:extLst>
                  <a:ext uri="{FF2B5EF4-FFF2-40B4-BE49-F238E27FC236}">
                    <a16:creationId xmlns="" xmlns:a16="http://schemas.microsoft.com/office/drawing/2014/main" id="{39EC19EA-7198-4F0B-A95B-49D0CF19C8F2}"/>
                  </a:ext>
                </a:extLst>
              </p:cNvPr>
              <p:cNvSpPr/>
              <p:nvPr userDrawn="1"/>
            </p:nvSpPr>
            <p:spPr>
              <a:xfrm>
                <a:off x="5945245" y="1484448"/>
                <a:ext cx="701108" cy="701108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Oval 11">
                <a:extLst>
                  <a:ext uri="{FF2B5EF4-FFF2-40B4-BE49-F238E27FC236}">
                    <a16:creationId xmlns="" xmlns:a16="http://schemas.microsoft.com/office/drawing/2014/main" id="{6F4820F4-E538-4700-880A-FA8685A41A3B}"/>
                  </a:ext>
                </a:extLst>
              </p:cNvPr>
              <p:cNvSpPr/>
              <p:nvPr userDrawn="1"/>
            </p:nvSpPr>
            <p:spPr>
              <a:xfrm>
                <a:off x="6121822" y="1792219"/>
                <a:ext cx="1040194" cy="104019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Oval 11">
                <a:extLst>
                  <a:ext uri="{FF2B5EF4-FFF2-40B4-BE49-F238E27FC236}">
                    <a16:creationId xmlns="" xmlns:a16="http://schemas.microsoft.com/office/drawing/2014/main" id="{413F6B1E-425D-4873-9467-3AC4066BB2ED}"/>
                  </a:ext>
                </a:extLst>
              </p:cNvPr>
              <p:cNvSpPr/>
              <p:nvPr userDrawn="1"/>
            </p:nvSpPr>
            <p:spPr>
              <a:xfrm>
                <a:off x="4251327" y="1369850"/>
                <a:ext cx="2136016" cy="2136016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사다리꼴 70">
                <a:extLst>
                  <a:ext uri="{FF2B5EF4-FFF2-40B4-BE49-F238E27FC236}">
                    <a16:creationId xmlns="" xmlns:a16="http://schemas.microsoft.com/office/drawing/2014/main" id="{B0CB0B17-591E-4DAC-A92C-EBD6A95CAE9D}"/>
                  </a:ext>
                </a:extLst>
              </p:cNvPr>
              <p:cNvSpPr/>
              <p:nvPr userDrawn="1"/>
            </p:nvSpPr>
            <p:spPr>
              <a:xfrm>
                <a:off x="4765704" y="248706"/>
                <a:ext cx="608632" cy="1216152"/>
              </a:xfrm>
              <a:prstGeom prst="trapezoid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72" name="그룹 71">
              <a:extLst>
                <a:ext uri="{FF2B5EF4-FFF2-40B4-BE49-F238E27FC236}">
                  <a16:creationId xmlns="" xmlns:a16="http://schemas.microsoft.com/office/drawing/2014/main" id="{0273FAE2-233C-451C-ABAD-157761C173D3}"/>
                </a:ext>
              </a:extLst>
            </p:cNvPr>
            <p:cNvGrpSpPr/>
            <p:nvPr userDrawn="1"/>
          </p:nvGrpSpPr>
          <p:grpSpPr>
            <a:xfrm>
              <a:off x="4249055" y="497586"/>
              <a:ext cx="645890" cy="1241591"/>
              <a:chOff x="5304862" y="-789923"/>
              <a:chExt cx="645890" cy="1241591"/>
            </a:xfrm>
          </p:grpSpPr>
          <p:grpSp>
            <p:nvGrpSpPr>
              <p:cNvPr id="73" name="그룹 72">
                <a:extLst>
                  <a:ext uri="{FF2B5EF4-FFF2-40B4-BE49-F238E27FC236}">
                    <a16:creationId xmlns="" xmlns:a16="http://schemas.microsoft.com/office/drawing/2014/main" id="{F294317C-D093-4716-BC39-F4EDB7B37133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78" name="이등변 삼각형 49">
                  <a:extLst>
                    <a:ext uri="{FF2B5EF4-FFF2-40B4-BE49-F238E27FC236}">
                      <a16:creationId xmlns="" xmlns:a16="http://schemas.microsoft.com/office/drawing/2014/main" id="{28122585-D90D-4D44-AC50-0A8C9106EF95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79" name="자유형: 도형 78">
                  <a:extLst>
                    <a:ext uri="{FF2B5EF4-FFF2-40B4-BE49-F238E27FC236}">
                      <a16:creationId xmlns="" xmlns:a16="http://schemas.microsoft.com/office/drawing/2014/main" id="{CA4A1B48-5DCF-4240-B908-5565A0B620C1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80" name="자유형: 도형 79">
                  <a:extLst>
                    <a:ext uri="{FF2B5EF4-FFF2-40B4-BE49-F238E27FC236}">
                      <a16:creationId xmlns="" xmlns:a16="http://schemas.microsoft.com/office/drawing/2014/main" id="{28D35705-FE6E-444A-A4F2-216FB36C2D3C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74" name="타원 73">
                <a:extLst>
                  <a:ext uri="{FF2B5EF4-FFF2-40B4-BE49-F238E27FC236}">
                    <a16:creationId xmlns="" xmlns:a16="http://schemas.microsoft.com/office/drawing/2014/main" id="{833271DD-6F14-4B18-BE97-D6CF7744263D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5" name="직사각형 74">
                <a:extLst>
                  <a:ext uri="{FF2B5EF4-FFF2-40B4-BE49-F238E27FC236}">
                    <a16:creationId xmlns="" xmlns:a16="http://schemas.microsoft.com/office/drawing/2014/main" id="{32141932-F9EE-4187-BBBC-79F2AADC7FB5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6" name="자유형: 도형 75">
                <a:extLst>
                  <a:ext uri="{FF2B5EF4-FFF2-40B4-BE49-F238E27FC236}">
                    <a16:creationId xmlns="" xmlns:a16="http://schemas.microsoft.com/office/drawing/2014/main" id="{C4A28A23-9A45-480D-9AE0-AC8E03B407E4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7" name="자유형: 도형 76">
                <a:extLst>
                  <a:ext uri="{FF2B5EF4-FFF2-40B4-BE49-F238E27FC236}">
                    <a16:creationId xmlns="" xmlns:a16="http://schemas.microsoft.com/office/drawing/2014/main" id="{E5282C72-98DB-48D8-88FE-2DFA994D4B88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16057" y="2931790"/>
            <a:ext cx="389493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15909" y="3579862"/>
            <a:ext cx="389493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grpSp>
        <p:nvGrpSpPr>
          <p:cNvPr id="3" name="Group 2"/>
          <p:cNvGrpSpPr/>
          <p:nvPr userDrawn="1"/>
        </p:nvGrpSpPr>
        <p:grpSpPr>
          <a:xfrm>
            <a:off x="6535596" y="1104508"/>
            <a:ext cx="672848" cy="486211"/>
            <a:chOff x="6495678" y="1779663"/>
            <a:chExt cx="672848" cy="486211"/>
          </a:xfrm>
        </p:grpSpPr>
        <p:sp>
          <p:nvSpPr>
            <p:cNvPr id="17" name="Oval 16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Oval 17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Oval 18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Oval 19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Group 20"/>
          <p:cNvGrpSpPr/>
          <p:nvPr userDrawn="1"/>
        </p:nvGrpSpPr>
        <p:grpSpPr>
          <a:xfrm>
            <a:off x="2098952" y="2183144"/>
            <a:ext cx="524595" cy="379081"/>
            <a:chOff x="6495678" y="1779663"/>
            <a:chExt cx="672848" cy="486211"/>
          </a:xfrm>
        </p:grpSpPr>
        <p:sp>
          <p:nvSpPr>
            <p:cNvPr id="22" name="Oval 21"/>
            <p:cNvSpPr/>
            <p:nvPr userDrawn="1"/>
          </p:nvSpPr>
          <p:spPr>
            <a:xfrm>
              <a:off x="6588225" y="1779663"/>
              <a:ext cx="432048" cy="43204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Oval 22"/>
            <p:cNvSpPr/>
            <p:nvPr userDrawn="1"/>
          </p:nvSpPr>
          <p:spPr>
            <a:xfrm>
              <a:off x="6872020" y="1913390"/>
              <a:ext cx="296506" cy="296506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Oval 23"/>
            <p:cNvSpPr/>
            <p:nvPr userDrawn="1"/>
          </p:nvSpPr>
          <p:spPr>
            <a:xfrm>
              <a:off x="6495678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Oval 24"/>
            <p:cNvSpPr/>
            <p:nvPr userDrawn="1"/>
          </p:nvSpPr>
          <p:spPr>
            <a:xfrm>
              <a:off x="6698826" y="1995687"/>
              <a:ext cx="270187" cy="27018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1136053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 userDrawn="1"/>
        </p:nvGrpSpPr>
        <p:grpSpPr>
          <a:xfrm>
            <a:off x="3707904" y="1203090"/>
            <a:ext cx="1710999" cy="3600908"/>
            <a:chOff x="3797105" y="1404992"/>
            <a:chExt cx="1548895" cy="3471014"/>
          </a:xfrm>
        </p:grpSpPr>
        <p:sp>
          <p:nvSpPr>
            <p:cNvPr id="9" name="Rectangle 8"/>
            <p:cNvSpPr/>
            <p:nvPr userDrawn="1"/>
          </p:nvSpPr>
          <p:spPr>
            <a:xfrm>
              <a:off x="3797105" y="1909048"/>
              <a:ext cx="1548000" cy="246290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Isosceles Triangle 11"/>
            <p:cNvSpPr/>
            <p:nvPr userDrawn="1"/>
          </p:nvSpPr>
          <p:spPr>
            <a:xfrm>
              <a:off x="3797105" y="1404992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Isosceles Triangle 13"/>
            <p:cNvSpPr/>
            <p:nvPr userDrawn="1"/>
          </p:nvSpPr>
          <p:spPr>
            <a:xfrm rot="10800000">
              <a:off x="3798000" y="4371950"/>
              <a:ext cx="1548000" cy="504056"/>
            </a:xfrm>
            <a:prstGeom prst="triangle">
              <a:avLst>
                <a:gd name="adj" fmla="val 49055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787227" y="1312181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059035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30843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7243611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515419" y="1276575"/>
            <a:ext cx="1548000" cy="1800000"/>
          </a:xfrm>
          <a:custGeom>
            <a:avLst/>
            <a:gdLst>
              <a:gd name="connsiteX0" fmla="*/ 0 w 1440160"/>
              <a:gd name="connsiteY0" fmla="*/ 626356 h 1252711"/>
              <a:gd name="connsiteX1" fmla="*/ 313178 w 1440160"/>
              <a:gd name="connsiteY1" fmla="*/ 0 h 1252711"/>
              <a:gd name="connsiteX2" fmla="*/ 1126982 w 1440160"/>
              <a:gd name="connsiteY2" fmla="*/ 0 h 1252711"/>
              <a:gd name="connsiteX3" fmla="*/ 1440160 w 1440160"/>
              <a:gd name="connsiteY3" fmla="*/ 626356 h 1252711"/>
              <a:gd name="connsiteX4" fmla="*/ 1126982 w 1440160"/>
              <a:gd name="connsiteY4" fmla="*/ 1252711 h 1252711"/>
              <a:gd name="connsiteX5" fmla="*/ 313178 w 1440160"/>
              <a:gd name="connsiteY5" fmla="*/ 1252711 h 1252711"/>
              <a:gd name="connsiteX6" fmla="*/ 0 w 1440160"/>
              <a:gd name="connsiteY6" fmla="*/ 626356 h 1252711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126982 w 1440160"/>
              <a:gd name="connsiteY2" fmla="*/ 119063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440160"/>
              <a:gd name="connsiteY0" fmla="*/ 745419 h 1371774"/>
              <a:gd name="connsiteX1" fmla="*/ 679890 w 1440160"/>
              <a:gd name="connsiteY1" fmla="*/ 0 h 1371774"/>
              <a:gd name="connsiteX2" fmla="*/ 1379395 w 1440160"/>
              <a:gd name="connsiteY2" fmla="*/ 409576 h 1371774"/>
              <a:gd name="connsiteX3" fmla="*/ 1440160 w 1440160"/>
              <a:gd name="connsiteY3" fmla="*/ 745419 h 1371774"/>
              <a:gd name="connsiteX4" fmla="*/ 1126982 w 1440160"/>
              <a:gd name="connsiteY4" fmla="*/ 1371774 h 1371774"/>
              <a:gd name="connsiteX5" fmla="*/ 313178 w 1440160"/>
              <a:gd name="connsiteY5" fmla="*/ 1371774 h 1371774"/>
              <a:gd name="connsiteX6" fmla="*/ 0 w 1440160"/>
              <a:gd name="connsiteY6" fmla="*/ 745419 h 1371774"/>
              <a:gd name="connsiteX0" fmla="*/ 0 w 1379395"/>
              <a:gd name="connsiteY0" fmla="*/ 745419 h 1371774"/>
              <a:gd name="connsiteX1" fmla="*/ 679890 w 1379395"/>
              <a:gd name="connsiteY1" fmla="*/ 0 h 1371774"/>
              <a:gd name="connsiteX2" fmla="*/ 1379395 w 1379395"/>
              <a:gd name="connsiteY2" fmla="*/ 409576 h 1371774"/>
              <a:gd name="connsiteX3" fmla="*/ 1340147 w 1379395"/>
              <a:gd name="connsiteY3" fmla="*/ 1102607 h 1371774"/>
              <a:gd name="connsiteX4" fmla="*/ 1126982 w 1379395"/>
              <a:gd name="connsiteY4" fmla="*/ 1371774 h 1371774"/>
              <a:gd name="connsiteX5" fmla="*/ 313178 w 1379395"/>
              <a:gd name="connsiteY5" fmla="*/ 1371774 h 1371774"/>
              <a:gd name="connsiteX6" fmla="*/ 0 w 1379395"/>
              <a:gd name="connsiteY6" fmla="*/ 745419 h 1371774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313178 w 1379395"/>
              <a:gd name="connsiteY5" fmla="*/ 1371774 h 1483692"/>
              <a:gd name="connsiteX6" fmla="*/ 0 w 1379395"/>
              <a:gd name="connsiteY6" fmla="*/ 745419 h 1483692"/>
              <a:gd name="connsiteX0" fmla="*/ 0 w 1379395"/>
              <a:gd name="connsiteY0" fmla="*/ 745419 h 1483692"/>
              <a:gd name="connsiteX1" fmla="*/ 679890 w 1379395"/>
              <a:gd name="connsiteY1" fmla="*/ 0 h 1483692"/>
              <a:gd name="connsiteX2" fmla="*/ 1379395 w 1379395"/>
              <a:gd name="connsiteY2" fmla="*/ 409576 h 1483692"/>
              <a:gd name="connsiteX3" fmla="*/ 1340147 w 1379395"/>
              <a:gd name="connsiteY3" fmla="*/ 1102607 h 1483692"/>
              <a:gd name="connsiteX4" fmla="*/ 757888 w 1379395"/>
              <a:gd name="connsiteY4" fmla="*/ 1483692 h 1483692"/>
              <a:gd name="connsiteX5" fmla="*/ 65528 w 1379395"/>
              <a:gd name="connsiteY5" fmla="*/ 1086024 h 1483692"/>
              <a:gd name="connsiteX6" fmla="*/ 0 w 1379395"/>
              <a:gd name="connsiteY6" fmla="*/ 745419 h 1483692"/>
              <a:gd name="connsiteX0" fmla="*/ 32104 w 1313867"/>
              <a:gd name="connsiteY0" fmla="*/ 385851 h 1483692"/>
              <a:gd name="connsiteX1" fmla="*/ 614362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3692"/>
              <a:gd name="connsiteX1" fmla="*/ 647699 w 1313867"/>
              <a:gd name="connsiteY1" fmla="*/ 0 h 1483692"/>
              <a:gd name="connsiteX2" fmla="*/ 1313867 w 1313867"/>
              <a:gd name="connsiteY2" fmla="*/ 409576 h 1483692"/>
              <a:gd name="connsiteX3" fmla="*/ 1274619 w 1313867"/>
              <a:gd name="connsiteY3" fmla="*/ 1102607 h 1483692"/>
              <a:gd name="connsiteX4" fmla="*/ 692360 w 1313867"/>
              <a:gd name="connsiteY4" fmla="*/ 1483692 h 1483692"/>
              <a:gd name="connsiteX5" fmla="*/ 0 w 1313867"/>
              <a:gd name="connsiteY5" fmla="*/ 1086024 h 1483692"/>
              <a:gd name="connsiteX6" fmla="*/ 32104 w 1313867"/>
              <a:gd name="connsiteY6" fmla="*/ 385851 h 1483692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409576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13867"/>
              <a:gd name="connsiteY0" fmla="*/ 385851 h 1488454"/>
              <a:gd name="connsiteX1" fmla="*/ 647699 w 1313867"/>
              <a:gd name="connsiteY1" fmla="*/ 0 h 1488454"/>
              <a:gd name="connsiteX2" fmla="*/ 1313867 w 1313867"/>
              <a:gd name="connsiteY2" fmla="*/ 397669 h 1488454"/>
              <a:gd name="connsiteX3" fmla="*/ 1274619 w 1313867"/>
              <a:gd name="connsiteY3" fmla="*/ 1102607 h 1488454"/>
              <a:gd name="connsiteX4" fmla="*/ 656641 w 1313867"/>
              <a:gd name="connsiteY4" fmla="*/ 1488454 h 1488454"/>
              <a:gd name="connsiteX5" fmla="*/ 0 w 1313867"/>
              <a:gd name="connsiteY5" fmla="*/ 1086024 h 1488454"/>
              <a:gd name="connsiteX6" fmla="*/ 32104 w 1313867"/>
              <a:gd name="connsiteY6" fmla="*/ 385851 h 1488454"/>
              <a:gd name="connsiteX0" fmla="*/ 32104 w 1329387"/>
              <a:gd name="connsiteY0" fmla="*/ 385851 h 1488454"/>
              <a:gd name="connsiteX1" fmla="*/ 647699 w 1329387"/>
              <a:gd name="connsiteY1" fmla="*/ 0 h 1488454"/>
              <a:gd name="connsiteX2" fmla="*/ 1313867 w 1329387"/>
              <a:gd name="connsiteY2" fmla="*/ 397669 h 1488454"/>
              <a:gd name="connsiteX3" fmla="*/ 1329387 w 1329387"/>
              <a:gd name="connsiteY3" fmla="*/ 1097844 h 1488454"/>
              <a:gd name="connsiteX4" fmla="*/ 656641 w 1329387"/>
              <a:gd name="connsiteY4" fmla="*/ 1488454 h 1488454"/>
              <a:gd name="connsiteX5" fmla="*/ 0 w 1329387"/>
              <a:gd name="connsiteY5" fmla="*/ 1086024 h 1488454"/>
              <a:gd name="connsiteX6" fmla="*/ 32104 w 1329387"/>
              <a:gd name="connsiteY6" fmla="*/ 385851 h 1488454"/>
              <a:gd name="connsiteX0" fmla="*/ 0 w 1297283"/>
              <a:gd name="connsiteY0" fmla="*/ 385851 h 1488454"/>
              <a:gd name="connsiteX1" fmla="*/ 615595 w 1297283"/>
              <a:gd name="connsiteY1" fmla="*/ 0 h 1488454"/>
              <a:gd name="connsiteX2" fmla="*/ 1281763 w 1297283"/>
              <a:gd name="connsiteY2" fmla="*/ 397669 h 1488454"/>
              <a:gd name="connsiteX3" fmla="*/ 1297283 w 1297283"/>
              <a:gd name="connsiteY3" fmla="*/ 1097844 h 1488454"/>
              <a:gd name="connsiteX4" fmla="*/ 624537 w 1297283"/>
              <a:gd name="connsiteY4" fmla="*/ 1488454 h 1488454"/>
              <a:gd name="connsiteX5" fmla="*/ 5996 w 1297283"/>
              <a:gd name="connsiteY5" fmla="*/ 1095549 h 1488454"/>
              <a:gd name="connsiteX6" fmla="*/ 0 w 1297283"/>
              <a:gd name="connsiteY6" fmla="*/ 385851 h 1488454"/>
              <a:gd name="connsiteX0" fmla="*/ 0 w 1281763"/>
              <a:gd name="connsiteY0" fmla="*/ 385851 h 1488454"/>
              <a:gd name="connsiteX1" fmla="*/ 615595 w 1281763"/>
              <a:gd name="connsiteY1" fmla="*/ 0 h 1488454"/>
              <a:gd name="connsiteX2" fmla="*/ 1281763 w 1281763"/>
              <a:gd name="connsiteY2" fmla="*/ 397669 h 1488454"/>
              <a:gd name="connsiteX3" fmla="*/ 1275851 w 1281763"/>
              <a:gd name="connsiteY3" fmla="*/ 1095463 h 1488454"/>
              <a:gd name="connsiteX4" fmla="*/ 624537 w 1281763"/>
              <a:gd name="connsiteY4" fmla="*/ 1488454 h 1488454"/>
              <a:gd name="connsiteX5" fmla="*/ 5996 w 1281763"/>
              <a:gd name="connsiteY5" fmla="*/ 1095549 h 1488454"/>
              <a:gd name="connsiteX6" fmla="*/ 0 w 1281763"/>
              <a:gd name="connsiteY6" fmla="*/ 385851 h 1488454"/>
              <a:gd name="connsiteX0" fmla="*/ 0 w 1281763"/>
              <a:gd name="connsiteY0" fmla="*/ 388233 h 1490836"/>
              <a:gd name="connsiteX1" fmla="*/ 622739 w 1281763"/>
              <a:gd name="connsiteY1" fmla="*/ 0 h 1490836"/>
              <a:gd name="connsiteX2" fmla="*/ 1281763 w 1281763"/>
              <a:gd name="connsiteY2" fmla="*/ 400051 h 1490836"/>
              <a:gd name="connsiteX3" fmla="*/ 1275851 w 1281763"/>
              <a:gd name="connsiteY3" fmla="*/ 1097845 h 1490836"/>
              <a:gd name="connsiteX4" fmla="*/ 624537 w 1281763"/>
              <a:gd name="connsiteY4" fmla="*/ 1490836 h 1490836"/>
              <a:gd name="connsiteX5" fmla="*/ 5996 w 1281763"/>
              <a:gd name="connsiteY5" fmla="*/ 1097931 h 1490836"/>
              <a:gd name="connsiteX6" fmla="*/ 0 w 1281763"/>
              <a:gd name="connsiteY6" fmla="*/ 388233 h 14908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81763" h="1490836">
                <a:moveTo>
                  <a:pt x="0" y="388233"/>
                </a:moveTo>
                <a:lnTo>
                  <a:pt x="622739" y="0"/>
                </a:lnTo>
                <a:lnTo>
                  <a:pt x="1281763" y="400051"/>
                </a:lnTo>
                <a:cubicBezTo>
                  <a:pt x="1279792" y="632649"/>
                  <a:pt x="1277822" y="865247"/>
                  <a:pt x="1275851" y="1097845"/>
                </a:cubicBezTo>
                <a:lnTo>
                  <a:pt x="624537" y="1490836"/>
                </a:lnTo>
                <a:lnTo>
                  <a:pt x="5996" y="1097931"/>
                </a:lnTo>
                <a:cubicBezTo>
                  <a:pt x="3997" y="861365"/>
                  <a:pt x="1999" y="624799"/>
                  <a:pt x="0" y="388233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19330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3507854"/>
            <a:ext cx="9144000" cy="163564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5" y="1079005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8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232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123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28600" y="987574"/>
            <a:ext cx="6438182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/>
          <p:cNvSpPr/>
          <p:nvPr userDrawn="1"/>
        </p:nvSpPr>
        <p:spPr>
          <a:xfrm>
            <a:off x="233772" y="4262137"/>
            <a:ext cx="8676456" cy="541861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10339" y="1404993"/>
            <a:ext cx="3085597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09192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="" xmlns:a16="http://schemas.microsoft.com/office/drawing/2014/main" id="{24943D91-C407-41C1-8574-76661B571395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5148065" y="1431235"/>
            <a:ext cx="2568434" cy="2280270"/>
          </a:xfrm>
          <a:custGeom>
            <a:avLst/>
            <a:gdLst>
              <a:gd name="connsiteX0" fmla="*/ 125450 w 2568434"/>
              <a:gd name="connsiteY0" fmla="*/ 111684 h 2280270"/>
              <a:gd name="connsiteX1" fmla="*/ 2442984 w 2568434"/>
              <a:gd name="connsiteY1" fmla="*/ 111684 h 2280270"/>
              <a:gd name="connsiteX2" fmla="*/ 2442984 w 2568434"/>
              <a:gd name="connsiteY2" fmla="*/ 2168586 h 2280270"/>
              <a:gd name="connsiteX3" fmla="*/ 125450 w 2568434"/>
              <a:gd name="connsiteY3" fmla="*/ 2168586 h 2280270"/>
              <a:gd name="connsiteX4" fmla="*/ 96085 w 2568434"/>
              <a:gd name="connsiteY4" fmla="*/ 82319 h 2280270"/>
              <a:gd name="connsiteX5" fmla="*/ 96085 w 2568434"/>
              <a:gd name="connsiteY5" fmla="*/ 2197951 h 2280270"/>
              <a:gd name="connsiteX6" fmla="*/ 2472349 w 2568434"/>
              <a:gd name="connsiteY6" fmla="*/ 2197951 h 2280270"/>
              <a:gd name="connsiteX7" fmla="*/ 2472349 w 2568434"/>
              <a:gd name="connsiteY7" fmla="*/ 82319 h 2280270"/>
              <a:gd name="connsiteX8" fmla="*/ 0 w 2568434"/>
              <a:gd name="connsiteY8" fmla="*/ 0 h 2280270"/>
              <a:gd name="connsiteX9" fmla="*/ 2568434 w 2568434"/>
              <a:gd name="connsiteY9" fmla="*/ 0 h 2280270"/>
              <a:gd name="connsiteX10" fmla="*/ 2568434 w 2568434"/>
              <a:gd name="connsiteY10" fmla="*/ 2280270 h 2280270"/>
              <a:gd name="connsiteX11" fmla="*/ 0 w 2568434"/>
              <a:gd name="connsiteY11" fmla="*/ 2280270 h 2280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68434" h="2280270">
                <a:moveTo>
                  <a:pt x="125450" y="111684"/>
                </a:moveTo>
                <a:lnTo>
                  <a:pt x="2442984" y="111684"/>
                </a:lnTo>
                <a:lnTo>
                  <a:pt x="2442984" y="2168586"/>
                </a:lnTo>
                <a:lnTo>
                  <a:pt x="125450" y="2168586"/>
                </a:lnTo>
                <a:close/>
                <a:moveTo>
                  <a:pt x="96085" y="82319"/>
                </a:moveTo>
                <a:lnTo>
                  <a:pt x="96085" y="2197951"/>
                </a:lnTo>
                <a:lnTo>
                  <a:pt x="2472349" y="2197951"/>
                </a:lnTo>
                <a:lnTo>
                  <a:pt x="2472349" y="82319"/>
                </a:lnTo>
                <a:close/>
                <a:moveTo>
                  <a:pt x="0" y="0"/>
                </a:moveTo>
                <a:lnTo>
                  <a:pt x="2568434" y="0"/>
                </a:lnTo>
                <a:lnTo>
                  <a:pt x="2568434" y="2280270"/>
                </a:lnTo>
                <a:lnTo>
                  <a:pt x="0" y="228027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="" xmlns:a16="http://schemas.microsoft.com/office/drawing/2014/main" id="{D19E2BEF-0357-4B60-8F97-1B4CBD18E02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704000" y="370350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="" xmlns:a16="http://schemas.microsoft.com/office/drawing/2014/main" id="{C69723CC-367A-47C2-9C98-4E37F9539DBD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3708064" y="0"/>
            <a:ext cx="1440000" cy="1440000"/>
          </a:xfrm>
          <a:custGeom>
            <a:avLst/>
            <a:gdLst>
              <a:gd name="connsiteX0" fmla="*/ 125363 w 1440000"/>
              <a:gd name="connsiteY0" fmla="*/ 124056 h 1440000"/>
              <a:gd name="connsiteX1" fmla="*/ 1314637 w 1440000"/>
              <a:gd name="connsiteY1" fmla="*/ 124056 h 1440000"/>
              <a:gd name="connsiteX2" fmla="*/ 1314637 w 1440000"/>
              <a:gd name="connsiteY2" fmla="*/ 1315945 h 1440000"/>
              <a:gd name="connsiteX3" fmla="*/ 125363 w 1440000"/>
              <a:gd name="connsiteY3" fmla="*/ 1315945 h 1440000"/>
              <a:gd name="connsiteX4" fmla="*/ 92030 w 1440000"/>
              <a:gd name="connsiteY4" fmla="*/ 90723 h 1440000"/>
              <a:gd name="connsiteX5" fmla="*/ 92030 w 1440000"/>
              <a:gd name="connsiteY5" fmla="*/ 1349278 h 1440000"/>
              <a:gd name="connsiteX6" fmla="*/ 1347970 w 1440000"/>
              <a:gd name="connsiteY6" fmla="*/ 1349278 h 1440000"/>
              <a:gd name="connsiteX7" fmla="*/ 1347970 w 1440000"/>
              <a:gd name="connsiteY7" fmla="*/ 90723 h 1440000"/>
              <a:gd name="connsiteX8" fmla="*/ 0 w 1440000"/>
              <a:gd name="connsiteY8" fmla="*/ 0 h 1440000"/>
              <a:gd name="connsiteX9" fmla="*/ 1440000 w 1440000"/>
              <a:gd name="connsiteY9" fmla="*/ 0 h 1440000"/>
              <a:gd name="connsiteX10" fmla="*/ 1440000 w 1440000"/>
              <a:gd name="connsiteY10" fmla="*/ 1440000 h 1440000"/>
              <a:gd name="connsiteX11" fmla="*/ 0 w 1440000"/>
              <a:gd name="connsiteY11" fmla="*/ 1440000 h 144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40000" h="1440000">
                <a:moveTo>
                  <a:pt x="125363" y="124056"/>
                </a:moveTo>
                <a:lnTo>
                  <a:pt x="1314637" y="124056"/>
                </a:lnTo>
                <a:lnTo>
                  <a:pt x="1314637" y="1315945"/>
                </a:lnTo>
                <a:lnTo>
                  <a:pt x="125363" y="1315945"/>
                </a:lnTo>
                <a:close/>
                <a:moveTo>
                  <a:pt x="92030" y="90723"/>
                </a:moveTo>
                <a:lnTo>
                  <a:pt x="92030" y="1349278"/>
                </a:lnTo>
                <a:lnTo>
                  <a:pt x="1347970" y="1349278"/>
                </a:lnTo>
                <a:lnTo>
                  <a:pt x="1347970" y="90723"/>
                </a:lnTo>
                <a:close/>
                <a:moveTo>
                  <a:pt x="0" y="0"/>
                </a:moveTo>
                <a:lnTo>
                  <a:pt x="1440000" y="0"/>
                </a:lnTo>
                <a:lnTo>
                  <a:pt x="1440000" y="1440000"/>
                </a:lnTo>
                <a:lnTo>
                  <a:pt x="0" y="14400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4354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30765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8861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9144000" cy="514350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39597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4572000" cy="51435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0489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="" xmlns:a16="http://schemas.microsoft.com/office/drawing/2014/main" id="{BC15B180-CBF0-499C-A764-95FA7614ACA6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984000" y="-1"/>
            <a:ext cx="2160000" cy="5143501"/>
          </a:xfrm>
          <a:custGeom>
            <a:avLst/>
            <a:gdLst>
              <a:gd name="connsiteX0" fmla="*/ 0 w 2160000"/>
              <a:gd name="connsiteY0" fmla="*/ 1425596 h 5143501"/>
              <a:gd name="connsiteX1" fmla="*/ 651889 w 2160000"/>
              <a:gd name="connsiteY1" fmla="*/ 2077485 h 5143501"/>
              <a:gd name="connsiteX2" fmla="*/ 0 w 2160000"/>
              <a:gd name="connsiteY2" fmla="*/ 2729373 h 5143501"/>
              <a:gd name="connsiteX3" fmla="*/ 0 w 2160000"/>
              <a:gd name="connsiteY3" fmla="*/ 0 h 5143501"/>
              <a:gd name="connsiteX4" fmla="*/ 2160000 w 2160000"/>
              <a:gd name="connsiteY4" fmla="*/ 0 h 5143501"/>
              <a:gd name="connsiteX5" fmla="*/ 2160000 w 2160000"/>
              <a:gd name="connsiteY5" fmla="*/ 5143501 h 5143501"/>
              <a:gd name="connsiteX6" fmla="*/ 0 w 2160000"/>
              <a:gd name="connsiteY6" fmla="*/ 5143501 h 5143501"/>
              <a:gd name="connsiteX7" fmla="*/ 0 w 2160000"/>
              <a:gd name="connsiteY7" fmla="*/ 2856759 h 5143501"/>
              <a:gd name="connsiteX8" fmla="*/ 779274 w 2160000"/>
              <a:gd name="connsiteY8" fmla="*/ 2077485 h 5143501"/>
              <a:gd name="connsiteX9" fmla="*/ 0 w 2160000"/>
              <a:gd name="connsiteY9" fmla="*/ 1298211 h 51435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60000" h="5143501">
                <a:moveTo>
                  <a:pt x="0" y="1425596"/>
                </a:moveTo>
                <a:lnTo>
                  <a:pt x="651889" y="2077485"/>
                </a:lnTo>
                <a:lnTo>
                  <a:pt x="0" y="2729373"/>
                </a:lnTo>
                <a:close/>
                <a:moveTo>
                  <a:pt x="0" y="0"/>
                </a:moveTo>
                <a:lnTo>
                  <a:pt x="2160000" y="0"/>
                </a:lnTo>
                <a:lnTo>
                  <a:pt x="2160000" y="5143501"/>
                </a:lnTo>
                <a:lnTo>
                  <a:pt x="0" y="5143501"/>
                </a:lnTo>
                <a:lnTo>
                  <a:pt x="0" y="2856759"/>
                </a:lnTo>
                <a:lnTo>
                  <a:pt x="779274" y="2077485"/>
                </a:lnTo>
                <a:lnTo>
                  <a:pt x="0" y="129821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그림 개체 틀 13">
            <a:extLst>
              <a:ext uri="{FF2B5EF4-FFF2-40B4-BE49-F238E27FC236}">
                <a16:creationId xmlns="" xmlns:a16="http://schemas.microsoft.com/office/drawing/2014/main" id="{1FA03D3A-E0EA-4B8F-B538-58CE5D4DB322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734004" y="2131318"/>
            <a:ext cx="2160000" cy="3012182"/>
          </a:xfrm>
          <a:custGeom>
            <a:avLst/>
            <a:gdLst>
              <a:gd name="connsiteX0" fmla="*/ 1563187 w 2160000"/>
              <a:gd name="connsiteY0" fmla="*/ 0 h 3012182"/>
              <a:gd name="connsiteX1" fmla="*/ 2160000 w 2160000"/>
              <a:gd name="connsiteY1" fmla="*/ 0 h 3012182"/>
              <a:gd name="connsiteX2" fmla="*/ 2160000 w 2160000"/>
              <a:gd name="connsiteY2" fmla="*/ 596813 h 3012182"/>
              <a:gd name="connsiteX3" fmla="*/ 0 w 2160000"/>
              <a:gd name="connsiteY3" fmla="*/ 0 h 3012182"/>
              <a:gd name="connsiteX4" fmla="*/ 1435802 w 2160000"/>
              <a:gd name="connsiteY4" fmla="*/ 0 h 3012182"/>
              <a:gd name="connsiteX5" fmla="*/ 2160000 w 2160000"/>
              <a:gd name="connsiteY5" fmla="*/ 724199 h 3012182"/>
              <a:gd name="connsiteX6" fmla="*/ 2160000 w 2160000"/>
              <a:gd name="connsiteY6" fmla="*/ 3012182 h 3012182"/>
              <a:gd name="connsiteX7" fmla="*/ 0 w 2160000"/>
              <a:gd name="connsiteY7" fmla="*/ 3012182 h 30121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60000" h="3012182">
                <a:moveTo>
                  <a:pt x="1563187" y="0"/>
                </a:moveTo>
                <a:lnTo>
                  <a:pt x="2160000" y="0"/>
                </a:lnTo>
                <a:lnTo>
                  <a:pt x="2160000" y="596813"/>
                </a:lnTo>
                <a:close/>
                <a:moveTo>
                  <a:pt x="0" y="0"/>
                </a:moveTo>
                <a:lnTo>
                  <a:pt x="1435802" y="0"/>
                </a:lnTo>
                <a:lnTo>
                  <a:pt x="2160000" y="724199"/>
                </a:lnTo>
                <a:lnTo>
                  <a:pt x="2160000" y="3012182"/>
                </a:lnTo>
                <a:lnTo>
                  <a:pt x="0" y="3012182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492000" y="2131318"/>
            <a:ext cx="1152008" cy="301218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그림 개체 틀 12">
            <a:extLst>
              <a:ext uri="{FF2B5EF4-FFF2-40B4-BE49-F238E27FC236}">
                <a16:creationId xmlns="" xmlns:a16="http://schemas.microsoft.com/office/drawing/2014/main" id="{1EBCCB12-3AC7-4A57-8E11-5324E7CB7D04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3492000" y="-1"/>
            <a:ext cx="3393830" cy="2043485"/>
          </a:xfrm>
          <a:custGeom>
            <a:avLst/>
            <a:gdLst>
              <a:gd name="connsiteX0" fmla="*/ 3393830 w 3393830"/>
              <a:gd name="connsiteY0" fmla="*/ 1435011 h 2043485"/>
              <a:gd name="connsiteX1" fmla="*/ 3393830 w 3393830"/>
              <a:gd name="connsiteY1" fmla="*/ 2043485 h 2043485"/>
              <a:gd name="connsiteX2" fmla="*/ 2785356 w 3393830"/>
              <a:gd name="connsiteY2" fmla="*/ 2043485 h 2043485"/>
              <a:gd name="connsiteX3" fmla="*/ 0 w 3393830"/>
              <a:gd name="connsiteY3" fmla="*/ 0 h 2043485"/>
              <a:gd name="connsiteX4" fmla="*/ 3393830 w 3393830"/>
              <a:gd name="connsiteY4" fmla="*/ 0 h 2043485"/>
              <a:gd name="connsiteX5" fmla="*/ 3393830 w 3393830"/>
              <a:gd name="connsiteY5" fmla="*/ 1307626 h 2043485"/>
              <a:gd name="connsiteX6" fmla="*/ 2657971 w 3393830"/>
              <a:gd name="connsiteY6" fmla="*/ 2043485 h 2043485"/>
              <a:gd name="connsiteX7" fmla="*/ 0 w 3393830"/>
              <a:gd name="connsiteY7" fmla="*/ 2043485 h 2043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393830" h="2043485">
                <a:moveTo>
                  <a:pt x="3393830" y="1435011"/>
                </a:moveTo>
                <a:lnTo>
                  <a:pt x="3393830" y="2043485"/>
                </a:lnTo>
                <a:lnTo>
                  <a:pt x="2785356" y="2043485"/>
                </a:lnTo>
                <a:close/>
                <a:moveTo>
                  <a:pt x="0" y="0"/>
                </a:moveTo>
                <a:lnTo>
                  <a:pt x="3393830" y="0"/>
                </a:lnTo>
                <a:lnTo>
                  <a:pt x="3393830" y="1307626"/>
                </a:lnTo>
                <a:lnTo>
                  <a:pt x="2657971" y="2043485"/>
                </a:lnTo>
                <a:lnTo>
                  <a:pt x="0" y="204348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587796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그림 개체 틀 23">
            <a:extLst>
              <a:ext uri="{FF2B5EF4-FFF2-40B4-BE49-F238E27FC236}">
                <a16:creationId xmlns="" xmlns:a16="http://schemas.microsoft.com/office/drawing/2014/main" id="{6F099B2E-9C61-4C91-AB24-AB7B70E2D2E0}"/>
              </a:ext>
            </a:extLst>
          </p:cNvPr>
          <p:cNvSpPr>
            <a:spLocks noGrp="1"/>
          </p:cNvSpPr>
          <p:nvPr>
            <p:ph type="pic" idx="18" hasCustomPrompt="1"/>
          </p:nvPr>
        </p:nvSpPr>
        <p:spPr>
          <a:xfrm>
            <a:off x="7301328" y="1495130"/>
            <a:ext cx="1840931" cy="3649326"/>
          </a:xfrm>
          <a:custGeom>
            <a:avLst/>
            <a:gdLst>
              <a:gd name="connsiteX0" fmla="*/ 540722 w 1840931"/>
              <a:gd name="connsiteY0" fmla="*/ 1288720 h 3649326"/>
              <a:gd name="connsiteX1" fmla="*/ 1084110 w 1840931"/>
              <a:gd name="connsiteY1" fmla="*/ 1832108 h 3649326"/>
              <a:gd name="connsiteX2" fmla="*/ 548200 w 1840931"/>
              <a:gd name="connsiteY2" fmla="*/ 2368018 h 3649326"/>
              <a:gd name="connsiteX3" fmla="*/ 0 w 1840931"/>
              <a:gd name="connsiteY3" fmla="*/ 1824663 h 3649326"/>
              <a:gd name="connsiteX4" fmla="*/ 1840931 w 1840931"/>
              <a:gd name="connsiteY4" fmla="*/ 0 h 3649326"/>
              <a:gd name="connsiteX5" fmla="*/ 1840931 w 1840931"/>
              <a:gd name="connsiteY5" fmla="*/ 3649326 h 3649326"/>
              <a:gd name="connsiteX6" fmla="*/ 609809 w 1840931"/>
              <a:gd name="connsiteY6" fmla="*/ 2429083 h 3649326"/>
              <a:gd name="connsiteX7" fmla="*/ 1206783 w 1840931"/>
              <a:gd name="connsiteY7" fmla="*/ 1832108 h 3649326"/>
              <a:gd name="connsiteX8" fmla="*/ 602331 w 1840931"/>
              <a:gd name="connsiteY8" fmla="*/ 1227655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40931" h="3649326">
                <a:moveTo>
                  <a:pt x="540722" y="1288720"/>
                </a:moveTo>
                <a:lnTo>
                  <a:pt x="1084110" y="1832108"/>
                </a:lnTo>
                <a:lnTo>
                  <a:pt x="548200" y="2368018"/>
                </a:lnTo>
                <a:lnTo>
                  <a:pt x="0" y="1824663"/>
                </a:lnTo>
                <a:close/>
                <a:moveTo>
                  <a:pt x="1840931" y="0"/>
                </a:moveTo>
                <a:lnTo>
                  <a:pt x="1840931" y="3649326"/>
                </a:lnTo>
                <a:lnTo>
                  <a:pt x="609809" y="2429083"/>
                </a:lnTo>
                <a:lnTo>
                  <a:pt x="1206783" y="1832108"/>
                </a:lnTo>
                <a:lnTo>
                  <a:pt x="602331" y="122765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3" name="그림 개체 틀 22">
            <a:extLst>
              <a:ext uri="{FF2B5EF4-FFF2-40B4-BE49-F238E27FC236}">
                <a16:creationId xmlns="" xmlns:a16="http://schemas.microsoft.com/office/drawing/2014/main" id="{02450FB2-6A00-42CF-B869-69B7A802C2C5}"/>
              </a:ext>
            </a:extLst>
          </p:cNvPr>
          <p:cNvSpPr>
            <a:spLocks noGrp="1"/>
          </p:cNvSpPr>
          <p:nvPr>
            <p:ph type="pic" idx="19" hasCustomPrompt="1"/>
          </p:nvPr>
        </p:nvSpPr>
        <p:spPr>
          <a:xfrm>
            <a:off x="5476381" y="3386021"/>
            <a:ext cx="3530788" cy="1769004"/>
          </a:xfrm>
          <a:custGeom>
            <a:avLst/>
            <a:gdLst>
              <a:gd name="connsiteX0" fmla="*/ 2368610 w 3530788"/>
              <a:gd name="connsiteY0" fmla="*/ 604337 h 1769004"/>
              <a:gd name="connsiteX1" fmla="*/ 3530788 w 3530788"/>
              <a:gd name="connsiteY1" fmla="*/ 1761052 h 1769004"/>
              <a:gd name="connsiteX2" fmla="*/ 0 w 3530788"/>
              <a:gd name="connsiteY2" fmla="*/ 1769004 h 1769004"/>
              <a:gd name="connsiteX3" fmla="*/ 1159186 w 3530788"/>
              <a:gd name="connsiteY3" fmla="*/ 604826 h 1769004"/>
              <a:gd name="connsiteX4" fmla="*/ 1763653 w 3530788"/>
              <a:gd name="connsiteY4" fmla="*/ 1209294 h 1769004"/>
              <a:gd name="connsiteX5" fmla="*/ 1761418 w 3530788"/>
              <a:gd name="connsiteY5" fmla="*/ 0 h 1769004"/>
              <a:gd name="connsiteX6" fmla="*/ 2307129 w 3530788"/>
              <a:gd name="connsiteY6" fmla="*/ 543145 h 1769004"/>
              <a:gd name="connsiteX7" fmla="*/ 1763653 w 3530788"/>
              <a:gd name="connsiteY7" fmla="*/ 1086621 h 1769004"/>
              <a:gd name="connsiteX8" fmla="*/ 1220390 w 3530788"/>
              <a:gd name="connsiteY8" fmla="*/ 543358 h 1769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30788" h="1769004">
                <a:moveTo>
                  <a:pt x="2368610" y="604337"/>
                </a:moveTo>
                <a:lnTo>
                  <a:pt x="3530788" y="1761052"/>
                </a:lnTo>
                <a:lnTo>
                  <a:pt x="0" y="1769004"/>
                </a:lnTo>
                <a:lnTo>
                  <a:pt x="1159186" y="604826"/>
                </a:lnTo>
                <a:lnTo>
                  <a:pt x="1763653" y="1209294"/>
                </a:lnTo>
                <a:close/>
                <a:moveTo>
                  <a:pt x="1761418" y="0"/>
                </a:moveTo>
                <a:lnTo>
                  <a:pt x="2307129" y="543145"/>
                </a:lnTo>
                <a:lnTo>
                  <a:pt x="1763653" y="1086621"/>
                </a:lnTo>
                <a:lnTo>
                  <a:pt x="1220390" y="543358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2" name="그림 개체 틀 21">
            <a:extLst>
              <a:ext uri="{FF2B5EF4-FFF2-40B4-BE49-F238E27FC236}">
                <a16:creationId xmlns="" xmlns:a16="http://schemas.microsoft.com/office/drawing/2014/main" id="{818F7804-9A99-482C-9BFA-8B2E895ADDDC}"/>
              </a:ext>
            </a:extLst>
          </p:cNvPr>
          <p:cNvSpPr>
            <a:spLocks noGrp="1"/>
          </p:cNvSpPr>
          <p:nvPr>
            <p:ph type="pic" idx="20" hasCustomPrompt="1"/>
          </p:nvPr>
        </p:nvSpPr>
        <p:spPr>
          <a:xfrm>
            <a:off x="3491431" y="1495130"/>
            <a:ext cx="3681862" cy="3649326"/>
          </a:xfrm>
          <a:custGeom>
            <a:avLst/>
            <a:gdLst>
              <a:gd name="connsiteX0" fmla="*/ 3143876 w 3681862"/>
              <a:gd name="connsiteY0" fmla="*/ 1291431 h 3649326"/>
              <a:gd name="connsiteX1" fmla="*/ 3681862 w 3681862"/>
              <a:gd name="connsiteY1" fmla="*/ 1824663 h 3649326"/>
              <a:gd name="connsiteX2" fmla="*/ 3136398 w 3681862"/>
              <a:gd name="connsiteY2" fmla="*/ 2365307 h 3649326"/>
              <a:gd name="connsiteX3" fmla="*/ 2603199 w 3681862"/>
              <a:gd name="connsiteY3" fmla="*/ 1832108 h 3649326"/>
              <a:gd name="connsiteX4" fmla="*/ 1840931 w 3681862"/>
              <a:gd name="connsiteY4" fmla="*/ 0 h 3649326"/>
              <a:gd name="connsiteX5" fmla="*/ 3082267 w 3681862"/>
              <a:gd name="connsiteY5" fmla="*/ 1230367 h 3649326"/>
              <a:gd name="connsiteX6" fmla="*/ 2480526 w 3681862"/>
              <a:gd name="connsiteY6" fmla="*/ 1832108 h 3649326"/>
              <a:gd name="connsiteX7" fmla="*/ 3074789 w 3681862"/>
              <a:gd name="connsiteY7" fmla="*/ 2426371 h 3649326"/>
              <a:gd name="connsiteX8" fmla="*/ 1840931 w 3681862"/>
              <a:gd name="connsiteY8" fmla="*/ 3649326 h 3649326"/>
              <a:gd name="connsiteX9" fmla="*/ 0 w 3681862"/>
              <a:gd name="connsiteY9" fmla="*/ 1824663 h 36493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81862" h="3649326">
                <a:moveTo>
                  <a:pt x="3143876" y="1291431"/>
                </a:moveTo>
                <a:lnTo>
                  <a:pt x="3681862" y="1824663"/>
                </a:lnTo>
                <a:lnTo>
                  <a:pt x="3136398" y="2365307"/>
                </a:lnTo>
                <a:lnTo>
                  <a:pt x="2603199" y="1832108"/>
                </a:lnTo>
                <a:close/>
                <a:moveTo>
                  <a:pt x="1840931" y="0"/>
                </a:moveTo>
                <a:lnTo>
                  <a:pt x="3082267" y="1230367"/>
                </a:lnTo>
                <a:lnTo>
                  <a:pt x="2480526" y="1832108"/>
                </a:lnTo>
                <a:lnTo>
                  <a:pt x="3074789" y="2426371"/>
                </a:lnTo>
                <a:lnTo>
                  <a:pt x="1840931" y="3649326"/>
                </a:lnTo>
                <a:lnTo>
                  <a:pt x="0" y="1824663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1" name="그림 개체 틀 20">
            <a:extLst>
              <a:ext uri="{FF2B5EF4-FFF2-40B4-BE49-F238E27FC236}">
                <a16:creationId xmlns="" xmlns:a16="http://schemas.microsoft.com/office/drawing/2014/main" id="{59353D25-D7C0-4FC1-88CF-A55DAFC5690D}"/>
              </a:ext>
            </a:extLst>
          </p:cNvPr>
          <p:cNvSpPr>
            <a:spLocks noGrp="1"/>
          </p:cNvSpPr>
          <p:nvPr>
            <p:ph type="pic" idx="21" hasCustomPrompt="1"/>
          </p:nvPr>
        </p:nvSpPr>
        <p:spPr>
          <a:xfrm>
            <a:off x="5396868" y="-11318"/>
            <a:ext cx="3681862" cy="3267664"/>
          </a:xfrm>
          <a:custGeom>
            <a:avLst/>
            <a:gdLst>
              <a:gd name="connsiteX0" fmla="*/ 1843166 w 3681862"/>
              <a:gd name="connsiteY0" fmla="*/ 2193152 h 3267664"/>
              <a:gd name="connsiteX1" fmla="*/ 2381694 w 3681862"/>
              <a:gd name="connsiteY1" fmla="*/ 2731680 h 3267664"/>
              <a:gd name="connsiteX2" fmla="*/ 1840931 w 3681862"/>
              <a:gd name="connsiteY2" fmla="*/ 3267664 h 3267664"/>
              <a:gd name="connsiteX3" fmla="*/ 1302413 w 3681862"/>
              <a:gd name="connsiteY3" fmla="*/ 2733905 h 3267664"/>
              <a:gd name="connsiteX4" fmla="*/ 1467221 w 3681862"/>
              <a:gd name="connsiteY4" fmla="*/ 0 h 3267664"/>
              <a:gd name="connsiteX5" fmla="*/ 2284092 w 3681862"/>
              <a:gd name="connsiteY5" fmla="*/ 19269 h 3267664"/>
              <a:gd name="connsiteX6" fmla="*/ 3681862 w 3681862"/>
              <a:gd name="connsiteY6" fmla="*/ 1443001 h 3267664"/>
              <a:gd name="connsiteX7" fmla="*/ 2443303 w 3681862"/>
              <a:gd name="connsiteY7" fmla="*/ 2670616 h 3267664"/>
              <a:gd name="connsiteX8" fmla="*/ 1843166 w 3681862"/>
              <a:gd name="connsiteY8" fmla="*/ 2070479 h 3267664"/>
              <a:gd name="connsiteX9" fmla="*/ 1240805 w 3681862"/>
              <a:gd name="connsiteY9" fmla="*/ 2672841 h 3267664"/>
              <a:gd name="connsiteX10" fmla="*/ 0 w 3681862"/>
              <a:gd name="connsiteY10" fmla="*/ 1443001 h 3267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81862" h="3267664">
                <a:moveTo>
                  <a:pt x="1843166" y="2193152"/>
                </a:moveTo>
                <a:lnTo>
                  <a:pt x="2381694" y="2731680"/>
                </a:lnTo>
                <a:lnTo>
                  <a:pt x="1840931" y="3267664"/>
                </a:lnTo>
                <a:lnTo>
                  <a:pt x="1302413" y="2733905"/>
                </a:lnTo>
                <a:close/>
                <a:moveTo>
                  <a:pt x="1467221" y="0"/>
                </a:moveTo>
                <a:cubicBezTo>
                  <a:pt x="1832276" y="3773"/>
                  <a:pt x="1919036" y="-406"/>
                  <a:pt x="2284092" y="19269"/>
                </a:cubicBezTo>
                <a:lnTo>
                  <a:pt x="3681862" y="1443001"/>
                </a:lnTo>
                <a:lnTo>
                  <a:pt x="2443303" y="2670616"/>
                </a:lnTo>
                <a:lnTo>
                  <a:pt x="1843166" y="2070479"/>
                </a:lnTo>
                <a:lnTo>
                  <a:pt x="1240805" y="2672841"/>
                </a:lnTo>
                <a:lnTo>
                  <a:pt x="0" y="144300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3711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2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95536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95536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1911680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1911680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5736054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9" hasCustomPrompt="1"/>
          </p:nvPr>
        </p:nvSpPr>
        <p:spPr>
          <a:xfrm>
            <a:off x="5736055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20" hasCustomPrompt="1"/>
          </p:nvPr>
        </p:nvSpPr>
        <p:spPr>
          <a:xfrm>
            <a:off x="7252198" y="12672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21" hasCustomPrompt="1"/>
          </p:nvPr>
        </p:nvSpPr>
        <p:spPr>
          <a:xfrm>
            <a:off x="7252198" y="3075806"/>
            <a:ext cx="1440160" cy="172819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" name="Rectangle 1"/>
          <p:cNvSpPr/>
          <p:nvPr userDrawn="1"/>
        </p:nvSpPr>
        <p:spPr>
          <a:xfrm>
            <a:off x="3427823" y="1275605"/>
            <a:ext cx="2232248" cy="35283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6861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hapes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42646" y="92609"/>
            <a:ext cx="8679898" cy="5431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5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r>
              <a:rPr lang="en-US" altLang="ko-KR" dirty="0"/>
              <a:t>Fully Editable Shapes</a:t>
            </a:r>
          </a:p>
        </p:txBody>
      </p:sp>
    </p:spTree>
    <p:extLst>
      <p:ext uri="{BB962C8B-B14F-4D97-AF65-F5344CB8AC3E}">
        <p14:creationId xmlns:p14="http://schemas.microsoft.com/office/powerpoint/2010/main" val="12646762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8"/>
            <a:ext cx="9144000" cy="57606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354008" y="1131589"/>
            <a:ext cx="2849840" cy="3649171"/>
          </a:xfrm>
          <a:prstGeom prst="roundRect">
            <a:avLst>
              <a:gd name="adj" fmla="val 396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Rounded Rectangle 16"/>
          <p:cNvSpPr/>
          <p:nvPr userDrawn="1"/>
        </p:nvSpPr>
        <p:spPr>
          <a:xfrm>
            <a:off x="531932" y="1347500"/>
            <a:ext cx="108520" cy="3240473"/>
          </a:xfrm>
          <a:prstGeom prst="roundRect">
            <a:avLst>
              <a:gd name="adj" fmla="val 50000"/>
            </a:avLst>
          </a:prstGeom>
          <a:solidFill>
            <a:schemeClr val="bg1">
              <a:alpha val="41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8" name="Half Frame 17"/>
          <p:cNvSpPr/>
          <p:nvPr userDrawn="1"/>
        </p:nvSpPr>
        <p:spPr>
          <a:xfrm rot="5400000">
            <a:off x="2592642" y="1238201"/>
            <a:ext cx="502331" cy="502331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bg1">
              <a:alpha val="2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="" xmlns:a16="http://schemas.microsoft.com/office/drawing/2014/main" id="{46628553-F51C-4CE7-A3A6-AB374655DC97}"/>
              </a:ext>
            </a:extLst>
          </p:cNvPr>
          <p:cNvGrpSpPr/>
          <p:nvPr userDrawn="1"/>
        </p:nvGrpSpPr>
        <p:grpSpPr>
          <a:xfrm>
            <a:off x="786525" y="1114965"/>
            <a:ext cx="2320819" cy="2728174"/>
            <a:chOff x="5364088" y="1450891"/>
            <a:chExt cx="2320819" cy="2728174"/>
          </a:xfrm>
        </p:grpSpPr>
        <p:sp>
          <p:nvSpPr>
            <p:cNvPr id="22" name="자유형: 도형 21">
              <a:extLst>
                <a:ext uri="{FF2B5EF4-FFF2-40B4-BE49-F238E27FC236}">
                  <a16:creationId xmlns="" xmlns:a16="http://schemas.microsoft.com/office/drawing/2014/main" id="{B5880087-04C4-411C-AEAA-74B23548761F}"/>
                </a:ext>
              </a:extLst>
            </p:cNvPr>
            <p:cNvSpPr/>
            <p:nvPr userDrawn="1"/>
          </p:nvSpPr>
          <p:spPr>
            <a:xfrm>
              <a:off x="5399290" y="2150906"/>
              <a:ext cx="2261257" cy="2028159"/>
            </a:xfrm>
            <a:custGeom>
              <a:avLst/>
              <a:gdLst>
                <a:gd name="connsiteX0" fmla="*/ 1012851 w 2261257"/>
                <a:gd name="connsiteY0" fmla="*/ 0 h 2028159"/>
                <a:gd name="connsiteX1" fmla="*/ 1226850 w 2261257"/>
                <a:gd name="connsiteY1" fmla="*/ 0 h 2028159"/>
                <a:gd name="connsiteX2" fmla="*/ 1283043 w 2261257"/>
                <a:gd name="connsiteY2" fmla="*/ 449131 h 2028159"/>
                <a:gd name="connsiteX3" fmla="*/ 1318239 w 2261257"/>
                <a:gd name="connsiteY3" fmla="*/ 455866 h 2028159"/>
                <a:gd name="connsiteX4" fmla="*/ 1530113 w 2261257"/>
                <a:gd name="connsiteY4" fmla="*/ 605602 h 2028159"/>
                <a:gd name="connsiteX5" fmla="*/ 1548314 w 2261257"/>
                <a:gd name="connsiteY5" fmla="*/ 639136 h 2028159"/>
                <a:gd name="connsiteX6" fmla="*/ 1577154 w 2261257"/>
                <a:gd name="connsiteY6" fmla="*/ 636229 h 2028159"/>
                <a:gd name="connsiteX7" fmla="*/ 1914152 w 2261257"/>
                <a:gd name="connsiteY7" fmla="*/ 859606 h 2028159"/>
                <a:gd name="connsiteX8" fmla="*/ 1919810 w 2261257"/>
                <a:gd name="connsiteY8" fmla="*/ 877832 h 2028159"/>
                <a:gd name="connsiteX9" fmla="*/ 1932155 w 2261257"/>
                <a:gd name="connsiteY9" fmla="*/ 874000 h 2028159"/>
                <a:gd name="connsiteX10" fmla="*/ 1981836 w 2261257"/>
                <a:gd name="connsiteY10" fmla="*/ 868991 h 2028159"/>
                <a:gd name="connsiteX11" fmla="*/ 2223343 w 2261257"/>
                <a:gd name="connsiteY11" fmla="*/ 1065825 h 2028159"/>
                <a:gd name="connsiteX12" fmla="*/ 2225319 w 2261257"/>
                <a:gd name="connsiteY12" fmla="*/ 1085429 h 2028159"/>
                <a:gd name="connsiteX13" fmla="*/ 2261257 w 2261257"/>
                <a:gd name="connsiteY13" fmla="*/ 1089052 h 2028159"/>
                <a:gd name="connsiteX14" fmla="*/ 2259340 w 2261257"/>
                <a:gd name="connsiteY14" fmla="*/ 1101612 h 2028159"/>
                <a:gd name="connsiteX15" fmla="*/ 1122505 w 2261257"/>
                <a:gd name="connsiteY15" fmla="*/ 2028159 h 2028159"/>
                <a:gd name="connsiteX16" fmla="*/ 14265 w 2261257"/>
                <a:gd name="connsiteY16" fmla="*/ 1212820 h 2028159"/>
                <a:gd name="connsiteX17" fmla="*/ 0 w 2261257"/>
                <a:gd name="connsiteY17" fmla="*/ 1157341 h 2028159"/>
                <a:gd name="connsiteX18" fmla="*/ 3235 w 2261257"/>
                <a:gd name="connsiteY18" fmla="*/ 1157015 h 2028159"/>
                <a:gd name="connsiteX19" fmla="*/ 87605 w 2261257"/>
                <a:gd name="connsiteY19" fmla="*/ 1165520 h 2028159"/>
                <a:gd name="connsiteX20" fmla="*/ 113456 w 2261257"/>
                <a:gd name="connsiteY20" fmla="*/ 1173545 h 2028159"/>
                <a:gd name="connsiteX21" fmla="*/ 128106 w 2261257"/>
                <a:gd name="connsiteY21" fmla="*/ 1155791 h 2028159"/>
                <a:gd name="connsiteX22" fmla="*/ 424127 w 2261257"/>
                <a:gd name="connsiteY22" fmla="*/ 1033175 h 2028159"/>
                <a:gd name="connsiteX23" fmla="*/ 435940 w 2261257"/>
                <a:gd name="connsiteY23" fmla="*/ 1034366 h 2028159"/>
                <a:gd name="connsiteX24" fmla="*/ 427636 w 2261257"/>
                <a:gd name="connsiteY24" fmla="*/ 1007613 h 2028159"/>
                <a:gd name="connsiteX25" fmla="*/ 424127 w 2261257"/>
                <a:gd name="connsiteY25" fmla="*/ 972807 h 2028159"/>
                <a:gd name="connsiteX26" fmla="*/ 562024 w 2261257"/>
                <a:gd name="connsiteY26" fmla="*/ 803613 h 2028159"/>
                <a:gd name="connsiteX27" fmla="*/ 569156 w 2261257"/>
                <a:gd name="connsiteY27" fmla="*/ 802894 h 2028159"/>
                <a:gd name="connsiteX28" fmla="*/ 573923 w 2261257"/>
                <a:gd name="connsiteY28" fmla="*/ 755602 h 2028159"/>
                <a:gd name="connsiteX29" fmla="*/ 903523 w 2261257"/>
                <a:gd name="connsiteY29" fmla="*/ 486970 h 2028159"/>
                <a:gd name="connsiteX30" fmla="*/ 951321 w 2261257"/>
                <a:gd name="connsiteY30" fmla="*/ 491789 h 20281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261257" h="2028159">
                  <a:moveTo>
                    <a:pt x="1012851" y="0"/>
                  </a:moveTo>
                  <a:lnTo>
                    <a:pt x="1226850" y="0"/>
                  </a:lnTo>
                  <a:lnTo>
                    <a:pt x="1283043" y="449131"/>
                  </a:lnTo>
                  <a:lnTo>
                    <a:pt x="1318239" y="455866"/>
                  </a:lnTo>
                  <a:cubicBezTo>
                    <a:pt x="1405884" y="478416"/>
                    <a:pt x="1480818" y="532637"/>
                    <a:pt x="1530113" y="605602"/>
                  </a:cubicBezTo>
                  <a:lnTo>
                    <a:pt x="1548314" y="639136"/>
                  </a:lnTo>
                  <a:lnTo>
                    <a:pt x="1577154" y="636229"/>
                  </a:lnTo>
                  <a:cubicBezTo>
                    <a:pt x="1728648" y="636229"/>
                    <a:pt x="1858629" y="728337"/>
                    <a:pt x="1914152" y="859606"/>
                  </a:cubicBezTo>
                  <a:lnTo>
                    <a:pt x="1919810" y="877832"/>
                  </a:lnTo>
                  <a:lnTo>
                    <a:pt x="1932155" y="874000"/>
                  </a:lnTo>
                  <a:cubicBezTo>
                    <a:pt x="1948202" y="870716"/>
                    <a:pt x="1964818" y="868991"/>
                    <a:pt x="1981836" y="868991"/>
                  </a:cubicBezTo>
                  <a:cubicBezTo>
                    <a:pt x="2100964" y="868991"/>
                    <a:pt x="2200356" y="953493"/>
                    <a:pt x="2223343" y="1065825"/>
                  </a:cubicBezTo>
                  <a:lnTo>
                    <a:pt x="2225319" y="1085429"/>
                  </a:lnTo>
                  <a:lnTo>
                    <a:pt x="2261257" y="1089052"/>
                  </a:lnTo>
                  <a:lnTo>
                    <a:pt x="2259340" y="1101612"/>
                  </a:lnTo>
                  <a:cubicBezTo>
                    <a:pt x="2151136" y="1630392"/>
                    <a:pt x="1683273" y="2028159"/>
                    <a:pt x="1122505" y="2028159"/>
                  </a:cubicBezTo>
                  <a:cubicBezTo>
                    <a:pt x="601793" y="2028159"/>
                    <a:pt x="161186" y="1685186"/>
                    <a:pt x="14265" y="1212820"/>
                  </a:cubicBezTo>
                  <a:lnTo>
                    <a:pt x="0" y="1157341"/>
                  </a:lnTo>
                  <a:lnTo>
                    <a:pt x="3235" y="1157015"/>
                  </a:lnTo>
                  <a:cubicBezTo>
                    <a:pt x="32136" y="1157015"/>
                    <a:pt x="60353" y="1159944"/>
                    <a:pt x="87605" y="1165520"/>
                  </a:cubicBezTo>
                  <a:lnTo>
                    <a:pt x="113456" y="1173545"/>
                  </a:lnTo>
                  <a:lnTo>
                    <a:pt x="128106" y="1155791"/>
                  </a:lnTo>
                  <a:cubicBezTo>
                    <a:pt x="203864" y="1080032"/>
                    <a:pt x="308523" y="1033175"/>
                    <a:pt x="424127" y="1033175"/>
                  </a:cubicBezTo>
                  <a:lnTo>
                    <a:pt x="435940" y="1034366"/>
                  </a:lnTo>
                  <a:lnTo>
                    <a:pt x="427636" y="1007613"/>
                  </a:lnTo>
                  <a:cubicBezTo>
                    <a:pt x="425335" y="996370"/>
                    <a:pt x="424127" y="984730"/>
                    <a:pt x="424127" y="972807"/>
                  </a:cubicBezTo>
                  <a:cubicBezTo>
                    <a:pt x="424127" y="889349"/>
                    <a:pt x="483326" y="819717"/>
                    <a:pt x="562024" y="803613"/>
                  </a:cubicBezTo>
                  <a:lnTo>
                    <a:pt x="569156" y="802894"/>
                  </a:lnTo>
                  <a:lnTo>
                    <a:pt x="573923" y="755602"/>
                  </a:lnTo>
                  <a:cubicBezTo>
                    <a:pt x="605295" y="602294"/>
                    <a:pt x="740941" y="486970"/>
                    <a:pt x="903523" y="486970"/>
                  </a:cubicBezTo>
                  <a:lnTo>
                    <a:pt x="951321" y="49178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="" xmlns:a16="http://schemas.microsoft.com/office/drawing/2014/main" id="{7EF498E6-9850-42A0-8643-E6250BB46DE0}"/>
                </a:ext>
              </a:extLst>
            </p:cNvPr>
            <p:cNvSpPr/>
            <p:nvPr userDrawn="1"/>
          </p:nvSpPr>
          <p:spPr>
            <a:xfrm>
              <a:off x="5364088" y="1858246"/>
              <a:ext cx="2320819" cy="2320819"/>
            </a:xfrm>
            <a:prstGeom prst="ellipse">
              <a:avLst/>
            </a:prstGeom>
            <a:noFill/>
            <a:ln w="2540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8" name="그룹 7">
              <a:extLst>
                <a:ext uri="{FF2B5EF4-FFF2-40B4-BE49-F238E27FC236}">
                  <a16:creationId xmlns="" xmlns:a16="http://schemas.microsoft.com/office/drawing/2014/main" id="{AF789A84-B899-484F-ADA6-1B784064DB8A}"/>
                </a:ext>
              </a:extLst>
            </p:cNvPr>
            <p:cNvGrpSpPr/>
            <p:nvPr userDrawn="1"/>
          </p:nvGrpSpPr>
          <p:grpSpPr>
            <a:xfrm>
              <a:off x="6280305" y="1450891"/>
              <a:ext cx="477626" cy="918140"/>
              <a:chOff x="5304862" y="-789923"/>
              <a:chExt cx="645890" cy="1241591"/>
            </a:xfrm>
          </p:grpSpPr>
          <p:grpSp>
            <p:nvGrpSpPr>
              <p:cNvPr id="9" name="그룹 8">
                <a:extLst>
                  <a:ext uri="{FF2B5EF4-FFF2-40B4-BE49-F238E27FC236}">
                    <a16:creationId xmlns="" xmlns:a16="http://schemas.microsoft.com/office/drawing/2014/main" id="{6DDA03B1-B885-4EB8-9AC5-617A33E28AA0}"/>
                  </a:ext>
                </a:extLst>
              </p:cNvPr>
              <p:cNvGrpSpPr/>
              <p:nvPr userDrawn="1"/>
            </p:nvGrpSpPr>
            <p:grpSpPr>
              <a:xfrm>
                <a:off x="5377232" y="-789923"/>
                <a:ext cx="495969" cy="1052585"/>
                <a:chOff x="5868144" y="-857099"/>
                <a:chExt cx="495969" cy="1052585"/>
              </a:xfrm>
            </p:grpSpPr>
            <p:sp>
              <p:nvSpPr>
                <p:cNvPr id="16" name="이등변 삼각형 49">
                  <a:extLst>
                    <a:ext uri="{FF2B5EF4-FFF2-40B4-BE49-F238E27FC236}">
                      <a16:creationId xmlns="" xmlns:a16="http://schemas.microsoft.com/office/drawing/2014/main" id="{50824863-8B90-4264-9AEB-19AE04C9A70D}"/>
                    </a:ext>
                  </a:extLst>
                </p:cNvPr>
                <p:cNvSpPr/>
                <p:nvPr userDrawn="1"/>
              </p:nvSpPr>
              <p:spPr>
                <a:xfrm>
                  <a:off x="5868144" y="-853769"/>
                  <a:ext cx="495969" cy="1049255"/>
                </a:xfrm>
                <a:custGeom>
                  <a:avLst/>
                  <a:gdLst>
                    <a:gd name="connsiteX0" fmla="*/ 0 w 311344"/>
                    <a:gd name="connsiteY0" fmla="*/ 1049255 h 1049255"/>
                    <a:gd name="connsiteX1" fmla="*/ 155672 w 311344"/>
                    <a:gd name="connsiteY1" fmla="*/ 0 h 1049255"/>
                    <a:gd name="connsiteX2" fmla="*/ 311344 w 311344"/>
                    <a:gd name="connsiteY2" fmla="*/ 1049255 h 1049255"/>
                    <a:gd name="connsiteX3" fmla="*/ 0 w 311344"/>
                    <a:gd name="connsiteY3" fmla="*/ 1049255 h 1049255"/>
                    <a:gd name="connsiteX0" fmla="*/ 45684 w 357028"/>
                    <a:gd name="connsiteY0" fmla="*/ 1049255 h 1049255"/>
                    <a:gd name="connsiteX1" fmla="*/ 201356 w 357028"/>
                    <a:gd name="connsiteY1" fmla="*/ 0 h 1049255"/>
                    <a:gd name="connsiteX2" fmla="*/ 357028 w 357028"/>
                    <a:gd name="connsiteY2" fmla="*/ 1049255 h 1049255"/>
                    <a:gd name="connsiteX3" fmla="*/ 45684 w 357028"/>
                    <a:gd name="connsiteY3" fmla="*/ 1049255 h 1049255"/>
                    <a:gd name="connsiteX0" fmla="*/ 45684 w 416158"/>
                    <a:gd name="connsiteY0" fmla="*/ 1049255 h 1049255"/>
                    <a:gd name="connsiteX1" fmla="*/ 201356 w 416158"/>
                    <a:gd name="connsiteY1" fmla="*/ 0 h 1049255"/>
                    <a:gd name="connsiteX2" fmla="*/ 357028 w 416158"/>
                    <a:gd name="connsiteY2" fmla="*/ 1049255 h 1049255"/>
                    <a:gd name="connsiteX3" fmla="*/ 45684 w 416158"/>
                    <a:gd name="connsiteY3" fmla="*/ 1049255 h 1049255"/>
                    <a:gd name="connsiteX0" fmla="*/ 87161 w 457635"/>
                    <a:gd name="connsiteY0" fmla="*/ 1049255 h 1049255"/>
                    <a:gd name="connsiteX1" fmla="*/ 242833 w 457635"/>
                    <a:gd name="connsiteY1" fmla="*/ 0 h 1049255"/>
                    <a:gd name="connsiteX2" fmla="*/ 398505 w 457635"/>
                    <a:gd name="connsiteY2" fmla="*/ 1049255 h 1049255"/>
                    <a:gd name="connsiteX3" fmla="*/ 87161 w 457635"/>
                    <a:gd name="connsiteY3" fmla="*/ 1049255 h 1049255"/>
                    <a:gd name="connsiteX0" fmla="*/ 87161 w 500627"/>
                    <a:gd name="connsiteY0" fmla="*/ 1049255 h 1049255"/>
                    <a:gd name="connsiteX1" fmla="*/ 242833 w 500627"/>
                    <a:gd name="connsiteY1" fmla="*/ 0 h 1049255"/>
                    <a:gd name="connsiteX2" fmla="*/ 398505 w 500627"/>
                    <a:gd name="connsiteY2" fmla="*/ 1049255 h 1049255"/>
                    <a:gd name="connsiteX3" fmla="*/ 87161 w 500627"/>
                    <a:gd name="connsiteY3" fmla="*/ 1049255 h 1049255"/>
                    <a:gd name="connsiteX0" fmla="*/ 91187 w 504653"/>
                    <a:gd name="connsiteY0" fmla="*/ 1049255 h 1049255"/>
                    <a:gd name="connsiteX1" fmla="*/ 246859 w 504653"/>
                    <a:gd name="connsiteY1" fmla="*/ 0 h 1049255"/>
                    <a:gd name="connsiteX2" fmla="*/ 402531 w 504653"/>
                    <a:gd name="connsiteY2" fmla="*/ 1049255 h 1049255"/>
                    <a:gd name="connsiteX3" fmla="*/ 91187 w 504653"/>
                    <a:gd name="connsiteY3" fmla="*/ 1049255 h 1049255"/>
                    <a:gd name="connsiteX0" fmla="*/ 91187 w 500775"/>
                    <a:gd name="connsiteY0" fmla="*/ 1049255 h 1049255"/>
                    <a:gd name="connsiteX1" fmla="*/ 246859 w 500775"/>
                    <a:gd name="connsiteY1" fmla="*/ 0 h 1049255"/>
                    <a:gd name="connsiteX2" fmla="*/ 402531 w 500775"/>
                    <a:gd name="connsiteY2" fmla="*/ 1049255 h 1049255"/>
                    <a:gd name="connsiteX3" fmla="*/ 91187 w 500775"/>
                    <a:gd name="connsiteY3" fmla="*/ 1049255 h 1049255"/>
                    <a:gd name="connsiteX0" fmla="*/ 91187 w 484758"/>
                    <a:gd name="connsiteY0" fmla="*/ 1049255 h 1049255"/>
                    <a:gd name="connsiteX1" fmla="*/ 246859 w 484758"/>
                    <a:gd name="connsiteY1" fmla="*/ 0 h 1049255"/>
                    <a:gd name="connsiteX2" fmla="*/ 402531 w 484758"/>
                    <a:gd name="connsiteY2" fmla="*/ 1049255 h 1049255"/>
                    <a:gd name="connsiteX3" fmla="*/ 91187 w 484758"/>
                    <a:gd name="connsiteY3" fmla="*/ 1049255 h 1049255"/>
                    <a:gd name="connsiteX0" fmla="*/ 91187 w 488692"/>
                    <a:gd name="connsiteY0" fmla="*/ 1049255 h 1049255"/>
                    <a:gd name="connsiteX1" fmla="*/ 246859 w 488692"/>
                    <a:gd name="connsiteY1" fmla="*/ 0 h 1049255"/>
                    <a:gd name="connsiteX2" fmla="*/ 402531 w 488692"/>
                    <a:gd name="connsiteY2" fmla="*/ 1049255 h 1049255"/>
                    <a:gd name="connsiteX3" fmla="*/ 91187 w 488692"/>
                    <a:gd name="connsiteY3" fmla="*/ 1049255 h 1049255"/>
                    <a:gd name="connsiteX0" fmla="*/ 91187 w 492707"/>
                    <a:gd name="connsiteY0" fmla="*/ 1049255 h 1049255"/>
                    <a:gd name="connsiteX1" fmla="*/ 246859 w 492707"/>
                    <a:gd name="connsiteY1" fmla="*/ 0 h 1049255"/>
                    <a:gd name="connsiteX2" fmla="*/ 402531 w 492707"/>
                    <a:gd name="connsiteY2" fmla="*/ 1049255 h 1049255"/>
                    <a:gd name="connsiteX3" fmla="*/ 91187 w 492707"/>
                    <a:gd name="connsiteY3" fmla="*/ 1049255 h 1049255"/>
                    <a:gd name="connsiteX0" fmla="*/ 95257 w 496777"/>
                    <a:gd name="connsiteY0" fmla="*/ 1049255 h 1049255"/>
                    <a:gd name="connsiteX1" fmla="*/ 250929 w 496777"/>
                    <a:gd name="connsiteY1" fmla="*/ 0 h 1049255"/>
                    <a:gd name="connsiteX2" fmla="*/ 406601 w 496777"/>
                    <a:gd name="connsiteY2" fmla="*/ 1049255 h 1049255"/>
                    <a:gd name="connsiteX3" fmla="*/ 95257 w 496777"/>
                    <a:gd name="connsiteY3" fmla="*/ 1049255 h 1049255"/>
                    <a:gd name="connsiteX0" fmla="*/ 95257 w 485293"/>
                    <a:gd name="connsiteY0" fmla="*/ 1049255 h 1049255"/>
                    <a:gd name="connsiteX1" fmla="*/ 250929 w 485293"/>
                    <a:gd name="connsiteY1" fmla="*/ 0 h 1049255"/>
                    <a:gd name="connsiteX2" fmla="*/ 406601 w 485293"/>
                    <a:gd name="connsiteY2" fmla="*/ 1049255 h 1049255"/>
                    <a:gd name="connsiteX3" fmla="*/ 95257 w 485293"/>
                    <a:gd name="connsiteY3" fmla="*/ 1049255 h 1049255"/>
                    <a:gd name="connsiteX0" fmla="*/ 95257 w 494828"/>
                    <a:gd name="connsiteY0" fmla="*/ 1049255 h 1049255"/>
                    <a:gd name="connsiteX1" fmla="*/ 250929 w 494828"/>
                    <a:gd name="connsiteY1" fmla="*/ 0 h 1049255"/>
                    <a:gd name="connsiteX2" fmla="*/ 406601 w 494828"/>
                    <a:gd name="connsiteY2" fmla="*/ 1049255 h 1049255"/>
                    <a:gd name="connsiteX3" fmla="*/ 95257 w 494828"/>
                    <a:gd name="connsiteY3" fmla="*/ 1049255 h 1049255"/>
                    <a:gd name="connsiteX0" fmla="*/ 95257 w 493814"/>
                    <a:gd name="connsiteY0" fmla="*/ 1049255 h 1049255"/>
                    <a:gd name="connsiteX1" fmla="*/ 250929 w 493814"/>
                    <a:gd name="connsiteY1" fmla="*/ 0 h 1049255"/>
                    <a:gd name="connsiteX2" fmla="*/ 406601 w 493814"/>
                    <a:gd name="connsiteY2" fmla="*/ 1049255 h 1049255"/>
                    <a:gd name="connsiteX3" fmla="*/ 95257 w 493814"/>
                    <a:gd name="connsiteY3" fmla="*/ 1049255 h 1049255"/>
                    <a:gd name="connsiteX0" fmla="*/ 95257 w 496864"/>
                    <a:gd name="connsiteY0" fmla="*/ 1049255 h 1049255"/>
                    <a:gd name="connsiteX1" fmla="*/ 250929 w 496864"/>
                    <a:gd name="connsiteY1" fmla="*/ 0 h 1049255"/>
                    <a:gd name="connsiteX2" fmla="*/ 406601 w 496864"/>
                    <a:gd name="connsiteY2" fmla="*/ 1049255 h 1049255"/>
                    <a:gd name="connsiteX3" fmla="*/ 95257 w 496864"/>
                    <a:gd name="connsiteY3" fmla="*/ 1049255 h 1049255"/>
                    <a:gd name="connsiteX0" fmla="*/ 95257 w 497887"/>
                    <a:gd name="connsiteY0" fmla="*/ 1049255 h 1049255"/>
                    <a:gd name="connsiteX1" fmla="*/ 250929 w 497887"/>
                    <a:gd name="connsiteY1" fmla="*/ 0 h 1049255"/>
                    <a:gd name="connsiteX2" fmla="*/ 406601 w 497887"/>
                    <a:gd name="connsiteY2" fmla="*/ 1049255 h 1049255"/>
                    <a:gd name="connsiteX3" fmla="*/ 95257 w 497887"/>
                    <a:gd name="connsiteY3" fmla="*/ 1049255 h 1049255"/>
                    <a:gd name="connsiteX0" fmla="*/ 95257 w 495969"/>
                    <a:gd name="connsiteY0" fmla="*/ 1049255 h 1049255"/>
                    <a:gd name="connsiteX1" fmla="*/ 250929 w 495969"/>
                    <a:gd name="connsiteY1" fmla="*/ 0 h 1049255"/>
                    <a:gd name="connsiteX2" fmla="*/ 406601 w 495969"/>
                    <a:gd name="connsiteY2" fmla="*/ 1049255 h 1049255"/>
                    <a:gd name="connsiteX3" fmla="*/ 95257 w 495969"/>
                    <a:gd name="connsiteY3" fmla="*/ 1049255 h 104925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495969" h="1049255">
                      <a:moveTo>
                        <a:pt x="95257" y="1049255"/>
                      </a:moveTo>
                      <a:cubicBezTo>
                        <a:pt x="6676" y="723357"/>
                        <a:pt x="-121664" y="317947"/>
                        <a:pt x="250929" y="0"/>
                      </a:cubicBezTo>
                      <a:cubicBezTo>
                        <a:pt x="612920" y="328549"/>
                        <a:pt x="489882" y="781667"/>
                        <a:pt x="406601" y="1049255"/>
                      </a:cubicBezTo>
                      <a:lnTo>
                        <a:pt x="95257" y="1049255"/>
                      </a:lnTo>
                      <a:close/>
                    </a:path>
                  </a:pathLst>
                </a:cu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17" name="자유형: 도형 16">
                  <a:extLst>
                    <a:ext uri="{FF2B5EF4-FFF2-40B4-BE49-F238E27FC236}">
                      <a16:creationId xmlns="" xmlns:a16="http://schemas.microsoft.com/office/drawing/2014/main" id="{3B003EFC-13D2-4BB4-8625-D6DD1D26689C}"/>
                    </a:ext>
                  </a:extLst>
                </p:cNvPr>
                <p:cNvSpPr/>
                <p:nvPr userDrawn="1"/>
              </p:nvSpPr>
              <p:spPr>
                <a:xfrm>
                  <a:off x="5939427" y="102551"/>
                  <a:ext cx="364003" cy="92935"/>
                </a:xfrm>
                <a:custGeom>
                  <a:avLst/>
                  <a:gdLst>
                    <a:gd name="connsiteX0" fmla="*/ 0 w 364003"/>
                    <a:gd name="connsiteY0" fmla="*/ 0 h 92935"/>
                    <a:gd name="connsiteX1" fmla="*/ 364003 w 364003"/>
                    <a:gd name="connsiteY1" fmla="*/ 0 h 92935"/>
                    <a:gd name="connsiteX2" fmla="*/ 336518 w 364003"/>
                    <a:gd name="connsiteY2" fmla="*/ 92935 h 92935"/>
                    <a:gd name="connsiteX3" fmla="*/ 25174 w 364003"/>
                    <a:gd name="connsiteY3" fmla="*/ 92935 h 9293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364003" h="92935">
                      <a:moveTo>
                        <a:pt x="0" y="0"/>
                      </a:moveTo>
                      <a:lnTo>
                        <a:pt x="364003" y="0"/>
                      </a:lnTo>
                      <a:lnTo>
                        <a:pt x="336518" y="92935"/>
                      </a:lnTo>
                      <a:lnTo>
                        <a:pt x="25174" y="92935"/>
                      </a:lnTo>
                      <a:close/>
                    </a:path>
                  </a:pathLst>
                </a:custGeom>
                <a:solidFill>
                  <a:schemeClr val="bg1">
                    <a:lumMod val="6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  <p:sp>
              <p:nvSpPr>
                <p:cNvPr id="18" name="자유형: 도형 17">
                  <a:extLst>
                    <a:ext uri="{FF2B5EF4-FFF2-40B4-BE49-F238E27FC236}">
                      <a16:creationId xmlns="" xmlns:a16="http://schemas.microsoft.com/office/drawing/2014/main" id="{639551A5-A416-4935-A4CA-A8FCF74BAE6A}"/>
                    </a:ext>
                  </a:extLst>
                </p:cNvPr>
                <p:cNvSpPr/>
                <p:nvPr userDrawn="1"/>
              </p:nvSpPr>
              <p:spPr>
                <a:xfrm>
                  <a:off x="5893989" y="-857099"/>
                  <a:ext cx="444279" cy="350537"/>
                </a:xfrm>
                <a:custGeom>
                  <a:avLst/>
                  <a:gdLst>
                    <a:gd name="connsiteX0" fmla="*/ 227272 w 444279"/>
                    <a:gd name="connsiteY0" fmla="*/ 0 h 350537"/>
                    <a:gd name="connsiteX1" fmla="*/ 440556 w 444279"/>
                    <a:gd name="connsiteY1" fmla="*/ 335046 h 350537"/>
                    <a:gd name="connsiteX2" fmla="*/ 444279 w 444279"/>
                    <a:gd name="connsiteY2" fmla="*/ 350537 h 350537"/>
                    <a:gd name="connsiteX3" fmla="*/ 0 w 444279"/>
                    <a:gd name="connsiteY3" fmla="*/ 350537 h 350537"/>
                    <a:gd name="connsiteX4" fmla="*/ 8223 w 444279"/>
                    <a:gd name="connsiteY4" fmla="*/ 318604 h 350537"/>
                    <a:gd name="connsiteX5" fmla="*/ 227272 w 444279"/>
                    <a:gd name="connsiteY5" fmla="*/ 0 h 35053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</a:cxnLst>
                  <a:rect l="l" t="t" r="r" b="b"/>
                  <a:pathLst>
                    <a:path w="444279" h="350537">
                      <a:moveTo>
                        <a:pt x="227272" y="0"/>
                      </a:moveTo>
                      <a:cubicBezTo>
                        <a:pt x="340394" y="102672"/>
                        <a:pt x="406151" y="217508"/>
                        <a:pt x="440556" y="335046"/>
                      </a:cubicBezTo>
                      <a:lnTo>
                        <a:pt x="444279" y="350537"/>
                      </a:lnTo>
                      <a:lnTo>
                        <a:pt x="0" y="350537"/>
                      </a:lnTo>
                      <a:lnTo>
                        <a:pt x="8223" y="318604"/>
                      </a:lnTo>
                      <a:cubicBezTo>
                        <a:pt x="43321" y="207258"/>
                        <a:pt x="110837" y="99358"/>
                        <a:pt x="227272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/>
                </a:p>
              </p:txBody>
            </p:sp>
          </p:grpSp>
          <p:sp>
            <p:nvSpPr>
              <p:cNvPr id="12" name="타원 11">
                <a:extLst>
                  <a:ext uri="{FF2B5EF4-FFF2-40B4-BE49-F238E27FC236}">
                    <a16:creationId xmlns="" xmlns:a16="http://schemas.microsoft.com/office/drawing/2014/main" id="{A0F64586-2454-49D0-905D-B01E2B155554}"/>
                  </a:ext>
                </a:extLst>
              </p:cNvPr>
              <p:cNvSpPr/>
              <p:nvPr userDrawn="1"/>
            </p:nvSpPr>
            <p:spPr>
              <a:xfrm>
                <a:off x="5535216" y="-351600"/>
                <a:ext cx="180000" cy="180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="" xmlns:a16="http://schemas.microsoft.com/office/drawing/2014/main" id="{90010C14-1AD7-40EC-9EFB-091EB548BC40}"/>
                  </a:ext>
                </a:extLst>
              </p:cNvPr>
              <p:cNvSpPr/>
              <p:nvPr userDrawn="1"/>
            </p:nvSpPr>
            <p:spPr>
              <a:xfrm flipH="1">
                <a:off x="5614416" y="6445"/>
                <a:ext cx="21600" cy="43200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자유형: 도형 13">
                <a:extLst>
                  <a:ext uri="{FF2B5EF4-FFF2-40B4-BE49-F238E27FC236}">
                    <a16:creationId xmlns="" xmlns:a16="http://schemas.microsoft.com/office/drawing/2014/main" id="{54B0A336-7C2F-4F98-ABF5-299D91E12C13}"/>
                  </a:ext>
                </a:extLst>
              </p:cNvPr>
              <p:cNvSpPr/>
              <p:nvPr userDrawn="1"/>
            </p:nvSpPr>
            <p:spPr>
              <a:xfrm>
                <a:off x="5304862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자유형: 도형 14">
                <a:extLst>
                  <a:ext uri="{FF2B5EF4-FFF2-40B4-BE49-F238E27FC236}">
                    <a16:creationId xmlns="" xmlns:a16="http://schemas.microsoft.com/office/drawing/2014/main" id="{2528A48D-D724-4DF8-B31C-D26E111E5960}"/>
                  </a:ext>
                </a:extLst>
              </p:cNvPr>
              <p:cNvSpPr/>
              <p:nvPr userDrawn="1"/>
            </p:nvSpPr>
            <p:spPr>
              <a:xfrm flipH="1">
                <a:off x="5807099" y="-1556"/>
                <a:ext cx="143653" cy="453224"/>
              </a:xfrm>
              <a:custGeom>
                <a:avLst/>
                <a:gdLst>
                  <a:gd name="connsiteX0" fmla="*/ 71561 w 116619"/>
                  <a:gd name="connsiteY0" fmla="*/ 0 h 453224"/>
                  <a:gd name="connsiteX1" fmla="*/ 116619 w 116619"/>
                  <a:gd name="connsiteY1" fmla="*/ 145774 h 453224"/>
                  <a:gd name="connsiteX2" fmla="*/ 0 w 116619"/>
                  <a:gd name="connsiteY2" fmla="*/ 453224 h 453224"/>
                  <a:gd name="connsiteX3" fmla="*/ 71561 w 116619"/>
                  <a:gd name="connsiteY3" fmla="*/ 0 h 453224"/>
                  <a:gd name="connsiteX0" fmla="*/ 78782 w 123840"/>
                  <a:gd name="connsiteY0" fmla="*/ 0 h 453224"/>
                  <a:gd name="connsiteX1" fmla="*/ 123840 w 123840"/>
                  <a:gd name="connsiteY1" fmla="*/ 145774 h 453224"/>
                  <a:gd name="connsiteX2" fmla="*/ 7221 w 123840"/>
                  <a:gd name="connsiteY2" fmla="*/ 453224 h 453224"/>
                  <a:gd name="connsiteX3" fmla="*/ 78782 w 123840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3711 w 138769"/>
                  <a:gd name="connsiteY0" fmla="*/ 0 h 453224"/>
                  <a:gd name="connsiteX1" fmla="*/ 138769 w 138769"/>
                  <a:gd name="connsiteY1" fmla="*/ 145774 h 453224"/>
                  <a:gd name="connsiteX2" fmla="*/ 22150 w 138769"/>
                  <a:gd name="connsiteY2" fmla="*/ 453224 h 453224"/>
                  <a:gd name="connsiteX3" fmla="*/ 93711 w 138769"/>
                  <a:gd name="connsiteY3" fmla="*/ 0 h 453224"/>
                  <a:gd name="connsiteX0" fmla="*/ 95845 w 140903"/>
                  <a:gd name="connsiteY0" fmla="*/ 0 h 453224"/>
                  <a:gd name="connsiteX1" fmla="*/ 140903 w 140903"/>
                  <a:gd name="connsiteY1" fmla="*/ 145774 h 453224"/>
                  <a:gd name="connsiteX2" fmla="*/ 24284 w 140903"/>
                  <a:gd name="connsiteY2" fmla="*/ 453224 h 453224"/>
                  <a:gd name="connsiteX3" fmla="*/ 95845 w 140903"/>
                  <a:gd name="connsiteY3" fmla="*/ 0 h 453224"/>
                  <a:gd name="connsiteX0" fmla="*/ 98595 w 143653"/>
                  <a:gd name="connsiteY0" fmla="*/ 0 h 453224"/>
                  <a:gd name="connsiteX1" fmla="*/ 143653 w 143653"/>
                  <a:gd name="connsiteY1" fmla="*/ 145774 h 453224"/>
                  <a:gd name="connsiteX2" fmla="*/ 27034 w 143653"/>
                  <a:gd name="connsiteY2" fmla="*/ 453224 h 453224"/>
                  <a:gd name="connsiteX3" fmla="*/ 98595 w 143653"/>
                  <a:gd name="connsiteY3" fmla="*/ 0 h 4532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43653" h="453224">
                    <a:moveTo>
                      <a:pt x="98595" y="0"/>
                    </a:moveTo>
                    <a:lnTo>
                      <a:pt x="143653" y="145774"/>
                    </a:lnTo>
                    <a:cubicBezTo>
                      <a:pt x="38518" y="232356"/>
                      <a:pt x="50005" y="387847"/>
                      <a:pt x="27034" y="453224"/>
                    </a:cubicBezTo>
                    <a:cubicBezTo>
                      <a:pt x="5831" y="365759"/>
                      <a:pt x="-47179" y="100716"/>
                      <a:pt x="98595" y="0"/>
                    </a:cubicBezTo>
                    <a:close/>
                  </a:path>
                </a:pathLst>
              </a:cu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  <p:sp>
        <p:nvSpPr>
          <p:cNvPr id="2" name="Rectangle 1"/>
          <p:cNvSpPr/>
          <p:nvPr userDrawn="1"/>
        </p:nvSpPr>
        <p:spPr>
          <a:xfrm>
            <a:off x="3851920" y="1895103"/>
            <a:ext cx="5292080" cy="13681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125084" y="2154560"/>
            <a:ext cx="5018916" cy="576064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125084" y="2730624"/>
            <a:ext cx="5018916" cy="288032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53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65" r:id="rId14"/>
    <p:sldLayoutId id="2147483672" r:id="rId15"/>
    <p:sldLayoutId id="2147483656" r:id="rId16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B53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179512" y="267494"/>
            <a:ext cx="798408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Marketing and Sales</a:t>
            </a:r>
            <a:endParaRPr lang="en-US" sz="6000" b="1" dirty="0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4371950"/>
            <a:ext cx="9144000" cy="771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4596416"/>
            <a:ext cx="2088232" cy="394626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29454" y="1308764"/>
            <a:ext cx="7471546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baseline="-25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51520" y="1418940"/>
            <a:ext cx="3378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Module - </a:t>
            </a:r>
            <a:r>
              <a:rPr lang="en-US" dirty="0" smtClean="0"/>
              <a:t>5</a:t>
            </a:r>
            <a:endParaRPr lang="en-US" dirty="0"/>
          </a:p>
        </p:txBody>
      </p:sp>
      <p:sp>
        <p:nvSpPr>
          <p:cNvPr id="24" name="Rectangle 23"/>
          <p:cNvSpPr/>
          <p:nvPr/>
        </p:nvSpPr>
        <p:spPr>
          <a:xfrm>
            <a:off x="8183312" y="-638"/>
            <a:ext cx="733381" cy="4948652"/>
          </a:xfrm>
          <a:prstGeom prst="rect">
            <a:avLst/>
          </a:prstGeom>
          <a:solidFill>
            <a:srgbClr val="A6C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147"/>
          <a:stretch/>
        </p:blipFill>
        <p:spPr>
          <a:xfrm>
            <a:off x="5465319" y="1831132"/>
            <a:ext cx="3858193" cy="3312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3610"/>
          <a:stretch/>
        </p:blipFill>
        <p:spPr>
          <a:xfrm>
            <a:off x="-13657" y="-20538"/>
            <a:ext cx="9157657" cy="5164038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1331640" y="1537862"/>
            <a:ext cx="5019780" cy="1003956"/>
          </a:xfrm>
          <a:prstGeom prst="rect">
            <a:avLst/>
          </a:prstGeom>
        </p:spPr>
        <p:txBody>
          <a:bodyPr/>
          <a:lstStyle/>
          <a:p>
            <a:pPr marL="0" indent="0" algn="ctr">
              <a:buNone/>
            </a:pPr>
            <a:r>
              <a:rPr lang="en-US" altLang="ko-KR" sz="4800" b="1" dirty="0"/>
              <a:t>Welcome!!</a:t>
            </a:r>
            <a:endParaRPr lang="ko-KR" altLang="en-US" sz="4800" b="1" dirty="0"/>
          </a:p>
        </p:txBody>
      </p:sp>
    </p:spTree>
    <p:extLst>
      <p:ext uri="{BB962C8B-B14F-4D97-AF65-F5344CB8AC3E}">
        <p14:creationId xmlns:p14="http://schemas.microsoft.com/office/powerpoint/2010/main" val="3239406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Block Arc 14"/>
          <p:cNvSpPr/>
          <p:nvPr/>
        </p:nvSpPr>
        <p:spPr>
          <a:xfrm>
            <a:off x="179511" y="2143048"/>
            <a:ext cx="1217198" cy="1217254"/>
          </a:xfrm>
          <a:custGeom>
            <a:avLst/>
            <a:gdLst/>
            <a:ahLst/>
            <a:cxnLst/>
            <a:rect l="l" t="t" r="r" b="b"/>
            <a:pathLst>
              <a:path w="1217198" h="1217254">
                <a:moveTo>
                  <a:pt x="1172073" y="616019"/>
                </a:moveTo>
                <a:lnTo>
                  <a:pt x="1217198" y="616610"/>
                </a:lnTo>
                <a:cubicBezTo>
                  <a:pt x="1216181" y="694136"/>
                  <a:pt x="1200702" y="768120"/>
                  <a:pt x="1172073" y="835497"/>
                </a:cubicBezTo>
                <a:close/>
                <a:moveTo>
                  <a:pt x="592301" y="223"/>
                </a:moveTo>
                <a:cubicBezTo>
                  <a:pt x="925156" y="-8708"/>
                  <a:pt x="1203399" y="251500"/>
                  <a:pt x="1216760" y="584207"/>
                </a:cubicBezTo>
                <a:lnTo>
                  <a:pt x="1025903" y="591872"/>
                </a:lnTo>
                <a:cubicBezTo>
                  <a:pt x="1016735" y="363582"/>
                  <a:pt x="825816" y="185038"/>
                  <a:pt x="597424" y="191166"/>
                </a:cubicBezTo>
                <a:cubicBezTo>
                  <a:pt x="369033" y="197294"/>
                  <a:pt x="187962" y="385820"/>
                  <a:pt x="191049" y="614273"/>
                </a:cubicBezTo>
                <a:cubicBezTo>
                  <a:pt x="194136" y="842726"/>
                  <a:pt x="380235" y="1026290"/>
                  <a:pt x="608708" y="1026244"/>
                </a:cubicBezTo>
                <a:cubicBezTo>
                  <a:pt x="773320" y="1026211"/>
                  <a:pt x="915896" y="930876"/>
                  <a:pt x="982606" y="791527"/>
                </a:cubicBezTo>
                <a:lnTo>
                  <a:pt x="982606" y="1085471"/>
                </a:lnTo>
                <a:cubicBezTo>
                  <a:pt x="880769" y="1168806"/>
                  <a:pt x="750352" y="1217226"/>
                  <a:pt x="608747" y="1217254"/>
                </a:cubicBezTo>
                <a:cubicBezTo>
                  <a:pt x="275773" y="1217320"/>
                  <a:pt x="4555" y="949797"/>
                  <a:pt x="56" y="616853"/>
                </a:cubicBezTo>
                <a:cubicBezTo>
                  <a:pt x="-4443" y="283909"/>
                  <a:pt x="259446" y="9154"/>
                  <a:pt x="592301" y="22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207294" y="1561169"/>
            <a:ext cx="189467" cy="1040153"/>
          </a:xfrm>
          <a:custGeom>
            <a:avLst/>
            <a:gdLst>
              <a:gd name="connsiteX0" fmla="*/ 0 w 189467"/>
              <a:gd name="connsiteY0" fmla="*/ 0 h 1080346"/>
              <a:gd name="connsiteX1" fmla="*/ 189467 w 189467"/>
              <a:gd name="connsiteY1" fmla="*/ 0 h 1080346"/>
              <a:gd name="connsiteX2" fmla="*/ 189467 w 189467"/>
              <a:gd name="connsiteY2" fmla="*/ 1080346 h 1080346"/>
              <a:gd name="connsiteX3" fmla="*/ 187528 w 189467"/>
              <a:gd name="connsiteY3" fmla="*/ 1040153 h 1080346"/>
              <a:gd name="connsiteX4" fmla="*/ 0 w 189467"/>
              <a:gd name="connsiteY4" fmla="*/ 674512 h 1080346"/>
              <a:gd name="connsiteX5" fmla="*/ 0 w 189467"/>
              <a:gd name="connsiteY5" fmla="*/ 0 h 1080346"/>
              <a:gd name="connsiteX0" fmla="*/ 0 w 189467"/>
              <a:gd name="connsiteY0" fmla="*/ 0 h 1040153"/>
              <a:gd name="connsiteX1" fmla="*/ 189467 w 189467"/>
              <a:gd name="connsiteY1" fmla="*/ 0 h 1040153"/>
              <a:gd name="connsiteX2" fmla="*/ 187528 w 189467"/>
              <a:gd name="connsiteY2" fmla="*/ 1040153 h 1040153"/>
              <a:gd name="connsiteX3" fmla="*/ 0 w 189467"/>
              <a:gd name="connsiteY3" fmla="*/ 674512 h 1040153"/>
              <a:gd name="connsiteX4" fmla="*/ 0 w 189467"/>
              <a:gd name="connsiteY4" fmla="*/ 0 h 1040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9467" h="1040153">
                <a:moveTo>
                  <a:pt x="0" y="0"/>
                </a:moveTo>
                <a:lnTo>
                  <a:pt x="189467" y="0"/>
                </a:lnTo>
                <a:cubicBezTo>
                  <a:pt x="188821" y="346718"/>
                  <a:pt x="188174" y="693435"/>
                  <a:pt x="187528" y="1040153"/>
                </a:cubicBezTo>
                <a:cubicBezTo>
                  <a:pt x="179329" y="879836"/>
                  <a:pt x="108663" y="777233"/>
                  <a:pt x="0" y="674512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" name="Title 2"/>
          <p:cNvSpPr txBox="1">
            <a:spLocks/>
          </p:cNvSpPr>
          <p:nvPr/>
        </p:nvSpPr>
        <p:spPr>
          <a:xfrm rot="16200000">
            <a:off x="-177068" y="920458"/>
            <a:ext cx="2232249" cy="576064"/>
          </a:xfrm>
          <a:prstGeom prst="rect">
            <a:avLst/>
          </a:prstGeom>
        </p:spPr>
        <p:txBody>
          <a:bodyPr anchor="ctr"/>
          <a:lstStyle>
            <a:lvl1pPr algn="ctr" defTabSz="9144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/>
              <a:t>Outlines</a:t>
            </a:r>
            <a:endParaRPr lang="en-US" sz="3600" dirty="0">
              <a:cs typeface="Arial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07294" y="2703006"/>
            <a:ext cx="189467" cy="24404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34" name="TextBox 33"/>
          <p:cNvSpPr txBox="1"/>
          <p:nvPr/>
        </p:nvSpPr>
        <p:spPr bwMode="auto">
          <a:xfrm>
            <a:off x="1757020" y="189589"/>
            <a:ext cx="2610924" cy="58078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dirty="0"/>
              <a:t>Module Logic</a:t>
            </a:r>
          </a:p>
          <a:p>
            <a:endParaRPr lang="en-US" dirty="0"/>
          </a:p>
        </p:txBody>
      </p:sp>
      <p:sp>
        <p:nvSpPr>
          <p:cNvPr id="42" name="TextBox 41"/>
          <p:cNvSpPr txBox="1"/>
          <p:nvPr/>
        </p:nvSpPr>
        <p:spPr bwMode="auto">
          <a:xfrm>
            <a:off x="1791352" y="582936"/>
            <a:ext cx="4883609" cy="387191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Sales 101</a:t>
            </a:r>
          </a:p>
          <a:p>
            <a:endParaRPr lang="en-US" sz="900" dirty="0"/>
          </a:p>
        </p:txBody>
      </p:sp>
      <p:sp>
        <p:nvSpPr>
          <p:cNvPr id="49" name="Rectangle 48"/>
          <p:cNvSpPr/>
          <p:nvPr/>
        </p:nvSpPr>
        <p:spPr>
          <a:xfrm>
            <a:off x="1757020" y="205744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TextBox 49"/>
          <p:cNvSpPr txBox="1"/>
          <p:nvPr/>
        </p:nvSpPr>
        <p:spPr bwMode="auto">
          <a:xfrm>
            <a:off x="1750626" y="930187"/>
            <a:ext cx="5231902" cy="258128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Strategy” Definition and a Practical Approach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1729527" y="1262786"/>
            <a:ext cx="3804672" cy="41945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Internal and External Marketing Environment</a:t>
            </a:r>
          </a:p>
          <a:p>
            <a:endParaRPr lang="en-US" sz="1000" dirty="0"/>
          </a:p>
        </p:txBody>
      </p:sp>
      <p:sp>
        <p:nvSpPr>
          <p:cNvPr id="54" name="TextBox 53"/>
          <p:cNvSpPr txBox="1"/>
          <p:nvPr/>
        </p:nvSpPr>
        <p:spPr bwMode="auto">
          <a:xfrm>
            <a:off x="1720047" y="1619250"/>
            <a:ext cx="3804672" cy="41945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err="1"/>
              <a:t>FieldFresh</a:t>
            </a:r>
            <a:r>
              <a:rPr lang="en-US" sz="1000" dirty="0"/>
              <a:t> Case study: Finding the Compass</a:t>
            </a:r>
          </a:p>
          <a:p>
            <a:endParaRPr lang="en-US" sz="1000" dirty="0"/>
          </a:p>
        </p:txBody>
      </p:sp>
      <p:sp>
        <p:nvSpPr>
          <p:cNvPr id="56" name="TextBox 55"/>
          <p:cNvSpPr txBox="1"/>
          <p:nvPr/>
        </p:nvSpPr>
        <p:spPr bwMode="auto">
          <a:xfrm>
            <a:off x="1698602" y="1943164"/>
            <a:ext cx="3804672" cy="41945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Sales Strategies</a:t>
            </a:r>
          </a:p>
          <a:p>
            <a:endParaRPr lang="en-US" sz="1000" dirty="0"/>
          </a:p>
        </p:txBody>
      </p:sp>
      <p:sp>
        <p:nvSpPr>
          <p:cNvPr id="58" name="TextBox 57"/>
          <p:cNvSpPr txBox="1"/>
          <p:nvPr/>
        </p:nvSpPr>
        <p:spPr bwMode="auto">
          <a:xfrm>
            <a:off x="1706731" y="2318282"/>
            <a:ext cx="4749466" cy="41945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 err="1"/>
              <a:t>Biolife</a:t>
            </a:r>
            <a:r>
              <a:rPr lang="en-US" sz="1000" dirty="0"/>
              <a:t> Case Study: The world’s best product!</a:t>
            </a:r>
          </a:p>
          <a:p>
            <a:endParaRPr lang="en-US" sz="1000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1701658" y="2706959"/>
            <a:ext cx="3579150" cy="41945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Costs and Benefits of finding customers</a:t>
            </a:r>
          </a:p>
          <a:p>
            <a:endParaRPr lang="en-US" sz="1000" dirty="0"/>
          </a:p>
        </p:txBody>
      </p:sp>
      <p:sp>
        <p:nvSpPr>
          <p:cNvPr id="62" name="TextBox 61"/>
          <p:cNvSpPr txBox="1"/>
          <p:nvPr/>
        </p:nvSpPr>
        <p:spPr bwMode="auto">
          <a:xfrm>
            <a:off x="1698602" y="3073832"/>
            <a:ext cx="4402040" cy="41945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Amazon Case Study: With the Customer from A to Z</a:t>
            </a:r>
          </a:p>
          <a:p>
            <a:endParaRPr lang="en-US" sz="1000" dirty="0"/>
          </a:p>
        </p:txBody>
      </p:sp>
      <p:sp>
        <p:nvSpPr>
          <p:cNvPr id="64" name="TextBox 63"/>
          <p:cNvSpPr txBox="1"/>
          <p:nvPr/>
        </p:nvSpPr>
        <p:spPr bwMode="auto">
          <a:xfrm>
            <a:off x="1708888" y="3448950"/>
            <a:ext cx="4293844" cy="58078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Building a Customer Relationship Management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26" name="Rectangle 25"/>
          <p:cNvSpPr/>
          <p:nvPr/>
        </p:nvSpPr>
        <p:spPr>
          <a:xfrm>
            <a:off x="1749082" y="564707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744860" y="918607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744859" y="1265692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750411" y="1616852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744858" y="1965215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738749" y="2339814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738748" y="2714813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738747" y="3068371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738746" y="3440704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729528" y="3797005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729528" y="4164150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729527" y="4515895"/>
            <a:ext cx="6461049" cy="288103"/>
          </a:xfrm>
          <a:prstGeom prst="rect">
            <a:avLst/>
          </a:prstGeom>
          <a:noFill/>
          <a:ln w="25400">
            <a:solidFill>
              <a:schemeClr val="bg1">
                <a:alpha val="98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Box 39"/>
          <p:cNvSpPr txBox="1"/>
          <p:nvPr/>
        </p:nvSpPr>
        <p:spPr bwMode="auto">
          <a:xfrm>
            <a:off x="1719174" y="3777291"/>
            <a:ext cx="4293844" cy="58078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Coca Cola Cast Study: By all means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41" name="TextBox 40"/>
          <p:cNvSpPr txBox="1"/>
          <p:nvPr/>
        </p:nvSpPr>
        <p:spPr bwMode="auto">
          <a:xfrm>
            <a:off x="1706731" y="4131326"/>
            <a:ext cx="4293844" cy="58078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Integrated Marketing Communication </a:t>
            </a:r>
          </a:p>
          <a:p>
            <a:endParaRPr lang="en-US" sz="1000" dirty="0"/>
          </a:p>
          <a:p>
            <a:endParaRPr lang="en-US" sz="1000" dirty="0"/>
          </a:p>
        </p:txBody>
      </p:sp>
      <p:sp>
        <p:nvSpPr>
          <p:cNvPr id="43" name="TextBox 42"/>
          <p:cNvSpPr txBox="1"/>
          <p:nvPr/>
        </p:nvSpPr>
        <p:spPr bwMode="auto">
          <a:xfrm>
            <a:off x="1711972" y="4481138"/>
            <a:ext cx="4293844" cy="580787"/>
          </a:xfrm>
          <a:prstGeom prst="round2SameRect">
            <a:avLst/>
          </a:prstGeom>
          <a:noFill/>
          <a:effectLst/>
        </p:spPr>
        <p:txBody>
          <a:bodyPr wrap="square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Seeing the whole picture</a:t>
            </a:r>
          </a:p>
          <a:p>
            <a:endParaRPr lang="en-US" sz="1000" dirty="0"/>
          </a:p>
          <a:p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950559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252536" y="1761735"/>
            <a:ext cx="6480720" cy="4571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4294967295"/>
          </p:nvPr>
        </p:nvSpPr>
        <p:spPr>
          <a:xfrm>
            <a:off x="428650" y="676682"/>
            <a:ext cx="9144000" cy="108505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0"/>
              </a:spcBef>
              <a:buNone/>
            </a:pPr>
            <a:r>
              <a:rPr lang="en-US" sz="6000" dirty="0">
                <a:solidFill>
                  <a:schemeClr val="bg1"/>
                </a:solidFill>
              </a:rPr>
              <a:t>Module Logic</a:t>
            </a:r>
            <a:endParaRPr lang="ko-KR" altLang="en-US" sz="6000" dirty="0">
              <a:solidFill>
                <a:schemeClr val="bg1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143" y="1131590"/>
            <a:ext cx="6014857" cy="40119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0902" y="1998149"/>
            <a:ext cx="41764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Objective: Marketing and Sales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Entrepreneurial Marketing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Mapping the whole thing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Case Studies Approach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8814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10299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2123728" y="215647"/>
            <a:ext cx="9144000" cy="576064"/>
          </a:xfrm>
        </p:spPr>
        <p:txBody>
          <a:bodyPr/>
          <a:lstStyle/>
          <a:p>
            <a:pPr algn="l">
              <a:spcBef>
                <a:spcPts val="0"/>
              </a:spcBef>
            </a:pPr>
            <a:r>
              <a:rPr lang="en-US" sz="4800" b="1" dirty="0"/>
              <a:t>Marketing 101</a:t>
            </a:r>
            <a:endParaRPr lang="en-US" altLang="ko-KR" sz="4800" b="1" dirty="0">
              <a:solidFill>
                <a:schemeClr val="accent6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2" name="Isosceles Triangle 11"/>
          <p:cNvSpPr/>
          <p:nvPr/>
        </p:nvSpPr>
        <p:spPr>
          <a:xfrm rot="10800000">
            <a:off x="3779912" y="847876"/>
            <a:ext cx="1285659" cy="897602"/>
          </a:xfrm>
          <a:prstGeom prst="triangl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31540" y="2139702"/>
            <a:ext cx="828092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Scope of Marketing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Eight different states of demand: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Target Markets and Segmentation: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chemeClr val="bg1"/>
                </a:solidFill>
              </a:rPr>
              <a:t>Marketing Mix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15" name="Frame 14"/>
          <p:cNvSpPr/>
          <p:nvPr/>
        </p:nvSpPr>
        <p:spPr>
          <a:xfrm>
            <a:off x="188640" y="159482"/>
            <a:ext cx="8766720" cy="4824536"/>
          </a:xfrm>
          <a:prstGeom prst="frame">
            <a:avLst>
              <a:gd name="adj1" fmla="val 10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5261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4694272" y="2344536"/>
            <a:ext cx="2492567" cy="2243438"/>
            <a:chOff x="3203848" y="1779662"/>
            <a:chExt cx="3332582" cy="2999495"/>
          </a:xfrm>
          <a:solidFill>
            <a:schemeClr val="tx1">
              <a:lumMod val="75000"/>
              <a:lumOff val="25000"/>
            </a:schemeClr>
          </a:solidFill>
        </p:grpSpPr>
        <p:sp>
          <p:nvSpPr>
            <p:cNvPr id="86" name="Rectangle 85"/>
            <p:cNvSpPr/>
            <p:nvPr/>
          </p:nvSpPr>
          <p:spPr>
            <a:xfrm>
              <a:off x="3203848" y="1779662"/>
              <a:ext cx="108000" cy="2773364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7" name="Block Arc 86"/>
            <p:cNvSpPr/>
            <p:nvPr/>
          </p:nvSpPr>
          <p:spPr>
            <a:xfrm>
              <a:off x="3203848" y="4326895"/>
              <a:ext cx="452262" cy="452262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88" name="Rectangle 87"/>
            <p:cNvSpPr/>
            <p:nvPr/>
          </p:nvSpPr>
          <p:spPr>
            <a:xfrm>
              <a:off x="3425216" y="4671157"/>
              <a:ext cx="2916000" cy="10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  <p:sp>
          <p:nvSpPr>
            <p:cNvPr id="89" name="Block Arc 88"/>
            <p:cNvSpPr/>
            <p:nvPr/>
          </p:nvSpPr>
          <p:spPr>
            <a:xfrm rot="16200000">
              <a:off x="6084168" y="4326895"/>
              <a:ext cx="452262" cy="452262"/>
            </a:xfrm>
            <a:prstGeom prst="blockArc">
              <a:avLst>
                <a:gd name="adj1" fmla="val 5431834"/>
                <a:gd name="adj2" fmla="val 10817112"/>
                <a:gd name="adj3" fmla="val 24281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90" name="Rectangle 89"/>
            <p:cNvSpPr/>
            <p:nvPr/>
          </p:nvSpPr>
          <p:spPr>
            <a:xfrm>
              <a:off x="6428430" y="3989950"/>
              <a:ext cx="108000" cy="576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/>
            </a:p>
          </p:txBody>
        </p:sp>
      </p:grpSp>
      <p:grpSp>
        <p:nvGrpSpPr>
          <p:cNvPr id="109" name="Group 108"/>
          <p:cNvGrpSpPr/>
          <p:nvPr/>
        </p:nvGrpSpPr>
        <p:grpSpPr>
          <a:xfrm>
            <a:off x="5767918" y="1056963"/>
            <a:ext cx="2758049" cy="2928608"/>
            <a:chOff x="4848046" y="3681671"/>
            <a:chExt cx="2758049" cy="2928608"/>
          </a:xfrm>
        </p:grpSpPr>
        <p:sp>
          <p:nvSpPr>
            <p:cNvPr id="110" name="Teardrop 30"/>
            <p:cNvSpPr/>
            <p:nvPr/>
          </p:nvSpPr>
          <p:spPr>
            <a:xfrm rot="8100000">
              <a:off x="5417737" y="4225696"/>
              <a:ext cx="1602534" cy="1602536"/>
            </a:xfrm>
            <a:custGeom>
              <a:avLst/>
              <a:gdLst>
                <a:gd name="connsiteX0" fmla="*/ 293361 w 2192670"/>
                <a:gd name="connsiteY0" fmla="*/ 1899310 h 2192671"/>
                <a:gd name="connsiteX1" fmla="*/ 0 w 2192670"/>
                <a:gd name="connsiteY1" fmla="*/ 1191074 h 2192671"/>
                <a:gd name="connsiteX2" fmla="*/ 1001597 w 2192670"/>
                <a:gd name="connsiteY2" fmla="*/ 189477 h 2192671"/>
                <a:gd name="connsiteX3" fmla="*/ 1341342 w 2192670"/>
                <a:gd name="connsiteY3" fmla="*/ 189477 h 2192671"/>
                <a:gd name="connsiteX4" fmla="*/ 1530818 w 2192670"/>
                <a:gd name="connsiteY4" fmla="*/ 0 h 2192671"/>
                <a:gd name="connsiteX5" fmla="*/ 1806586 w 2192670"/>
                <a:gd name="connsiteY5" fmla="*/ 0 h 2192671"/>
                <a:gd name="connsiteX6" fmla="*/ 1996062 w 2192670"/>
                <a:gd name="connsiteY6" fmla="*/ 189477 h 2192671"/>
                <a:gd name="connsiteX7" fmla="*/ 2003194 w 2192670"/>
                <a:gd name="connsiteY7" fmla="*/ 189477 h 2192671"/>
                <a:gd name="connsiteX8" fmla="*/ 2003194 w 2192670"/>
                <a:gd name="connsiteY8" fmla="*/ 196609 h 2192671"/>
                <a:gd name="connsiteX9" fmla="*/ 2192670 w 2192670"/>
                <a:gd name="connsiteY9" fmla="*/ 386085 h 2192671"/>
                <a:gd name="connsiteX10" fmla="*/ 2192670 w 2192670"/>
                <a:gd name="connsiteY10" fmla="*/ 661852 h 2192671"/>
                <a:gd name="connsiteX11" fmla="*/ 2003193 w 2192670"/>
                <a:gd name="connsiteY11" fmla="*/ 851329 h 2192671"/>
                <a:gd name="connsiteX12" fmla="*/ 2003194 w 2192670"/>
                <a:gd name="connsiteY12" fmla="*/ 1191074 h 2192671"/>
                <a:gd name="connsiteX13" fmla="*/ 1001597 w 2192670"/>
                <a:gd name="connsiteY13" fmla="*/ 2192671 h 2192671"/>
                <a:gd name="connsiteX14" fmla="*/ 293361 w 2192670"/>
                <a:gd name="connsiteY14" fmla="*/ 1899310 h 2192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92670" h="2192671">
                  <a:moveTo>
                    <a:pt x="293361" y="1899310"/>
                  </a:moveTo>
                  <a:cubicBezTo>
                    <a:pt x="112107" y="1718057"/>
                    <a:pt x="0" y="1467657"/>
                    <a:pt x="0" y="1191074"/>
                  </a:cubicBezTo>
                  <a:cubicBezTo>
                    <a:pt x="0" y="637907"/>
                    <a:pt x="448430" y="189477"/>
                    <a:pt x="1001597" y="189477"/>
                  </a:cubicBezTo>
                  <a:lnTo>
                    <a:pt x="1341342" y="189477"/>
                  </a:lnTo>
                  <a:lnTo>
                    <a:pt x="1530818" y="0"/>
                  </a:lnTo>
                  <a:cubicBezTo>
                    <a:pt x="1606970" y="-76151"/>
                    <a:pt x="1730435" y="-76151"/>
                    <a:pt x="1806586" y="0"/>
                  </a:cubicBezTo>
                  <a:lnTo>
                    <a:pt x="1996062" y="189477"/>
                  </a:lnTo>
                  <a:lnTo>
                    <a:pt x="2003194" y="189477"/>
                  </a:lnTo>
                  <a:lnTo>
                    <a:pt x="2003194" y="196609"/>
                  </a:lnTo>
                  <a:lnTo>
                    <a:pt x="2192670" y="386085"/>
                  </a:lnTo>
                  <a:cubicBezTo>
                    <a:pt x="2268822" y="462236"/>
                    <a:pt x="2268822" y="585701"/>
                    <a:pt x="2192670" y="661852"/>
                  </a:cubicBezTo>
                  <a:lnTo>
                    <a:pt x="2003193" y="851329"/>
                  </a:lnTo>
                  <a:cubicBezTo>
                    <a:pt x="2003193" y="964577"/>
                    <a:pt x="2003194" y="1077826"/>
                    <a:pt x="2003194" y="1191074"/>
                  </a:cubicBezTo>
                  <a:cubicBezTo>
                    <a:pt x="2003194" y="1744241"/>
                    <a:pt x="1554764" y="2192671"/>
                    <a:pt x="1001597" y="2192671"/>
                  </a:cubicBezTo>
                  <a:cubicBezTo>
                    <a:pt x="725014" y="2192671"/>
                    <a:pt x="474614" y="2080563"/>
                    <a:pt x="293361" y="1899310"/>
                  </a:cubicBezTo>
                  <a:close/>
                </a:path>
              </a:pathLst>
            </a:custGeom>
            <a:solidFill>
              <a:schemeClr val="bg1"/>
            </a:solidFill>
            <a:ln w="69850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1" name="Rounded Rectangle 110"/>
            <p:cNvSpPr/>
            <p:nvPr/>
          </p:nvSpPr>
          <p:spPr>
            <a:xfrm>
              <a:off x="5903273" y="6071006"/>
              <a:ext cx="631463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2" name="Rounded Rectangle 111"/>
            <p:cNvSpPr/>
            <p:nvPr/>
          </p:nvSpPr>
          <p:spPr>
            <a:xfrm>
              <a:off x="5929584" y="6274865"/>
              <a:ext cx="578841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3" name="Rounded Rectangle 112"/>
            <p:cNvSpPr/>
            <p:nvPr/>
          </p:nvSpPr>
          <p:spPr>
            <a:xfrm>
              <a:off x="5982205" y="6478724"/>
              <a:ext cx="473597" cy="131555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4" name="Rounded Rectangle 113"/>
            <p:cNvSpPr/>
            <p:nvPr/>
          </p:nvSpPr>
          <p:spPr>
            <a:xfrm rot="2700000">
              <a:off x="7086448" y="4038815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5" name="Rounded Rectangle 114"/>
            <p:cNvSpPr/>
            <p:nvPr/>
          </p:nvSpPr>
          <p:spPr>
            <a:xfrm rot="18900000" flipH="1">
              <a:off x="5218102" y="4038815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6" name="Rounded Rectangle 115"/>
            <p:cNvSpPr/>
            <p:nvPr/>
          </p:nvSpPr>
          <p:spPr>
            <a:xfrm>
              <a:off x="6155070" y="3681671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7" name="Rounded Rectangle 116"/>
            <p:cNvSpPr/>
            <p:nvPr/>
          </p:nvSpPr>
          <p:spPr>
            <a:xfrm rot="5400000">
              <a:off x="7354095" y="4745637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18" name="Rounded Rectangle 117"/>
            <p:cNvSpPr/>
            <p:nvPr/>
          </p:nvSpPr>
          <p:spPr>
            <a:xfrm rot="16200000" flipH="1">
              <a:off x="4956046" y="4745638"/>
              <a:ext cx="144000" cy="360000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6" name="TextBox 5"/>
          <p:cNvSpPr txBox="1"/>
          <p:nvPr/>
        </p:nvSpPr>
        <p:spPr>
          <a:xfrm>
            <a:off x="282337" y="288217"/>
            <a:ext cx="67926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Sales 101</a:t>
            </a:r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82337" y="1186436"/>
            <a:ext cx="51125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Sales Management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Sales Management Definition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Three key aspects of Sales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51108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8837" y="0"/>
            <a:ext cx="7707181" cy="51435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3528" y="3723878"/>
            <a:ext cx="8820472" cy="1296144"/>
          </a:xfrm>
          <a:prstGeom prst="rect">
            <a:avLst/>
          </a:prstGeom>
          <a:solidFill>
            <a:srgbClr val="A6C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rgbClr val="6DA18A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3748648"/>
            <a:ext cx="8784976" cy="1661993"/>
          </a:xfrm>
          <a:prstGeom prst="rect">
            <a:avLst/>
          </a:prstGeom>
          <a:noFill/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Strategy” Definition</a:t>
            </a:r>
            <a:br>
              <a:rPr lang="en-US" sz="6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sz="3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2480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79512" y="339502"/>
            <a:ext cx="8784976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Objective, Plan, Tactic and Strategy: Mapping the  </a:t>
            </a:r>
            <a:r>
              <a:rPr lang="en-US" sz="2000" b="1" dirty="0" smtClean="0">
                <a:solidFill>
                  <a:schemeClr val="bg1"/>
                </a:solidFill>
              </a:rPr>
              <a:t>definitions</a:t>
            </a:r>
          </a:p>
          <a:p>
            <a:endParaRPr lang="en-US" sz="2000" b="1" dirty="0">
              <a:solidFill>
                <a:schemeClr val="bg1"/>
              </a:solidFill>
            </a:endParaRPr>
          </a:p>
          <a:p>
            <a:r>
              <a:rPr lang="en-US" dirty="0"/>
              <a:t>Let’s Go operational: Sales </a:t>
            </a:r>
            <a:r>
              <a:rPr lang="en-US" dirty="0" smtClean="0"/>
              <a:t>Phases</a:t>
            </a:r>
          </a:p>
          <a:p>
            <a:endParaRPr lang="en-US" dirty="0"/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Prospecting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Preparation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Approach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Presentation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Handling Objection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Closing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Follow up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0" y="4587974"/>
            <a:ext cx="9144000" cy="555526"/>
          </a:xfrm>
          <a:prstGeom prst="rect">
            <a:avLst/>
          </a:prstGeom>
          <a:solidFill>
            <a:srgbClr val="A6C3E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6200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283968" y="2067694"/>
            <a:ext cx="4473469" cy="107721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Marketing </a:t>
            </a:r>
            <a:endParaRPr lang="en-US" sz="3200" b="1" dirty="0" smtClean="0">
              <a:solidFill>
                <a:schemeClr val="bg1"/>
              </a:solidFill>
            </a:endParaRPr>
          </a:p>
          <a:p>
            <a:r>
              <a:rPr lang="en-US" sz="3200" b="1" dirty="0" smtClean="0">
                <a:solidFill>
                  <a:schemeClr val="bg1"/>
                </a:solidFill>
              </a:rPr>
              <a:t>Environment </a:t>
            </a:r>
            <a:r>
              <a:rPr lang="en-US" sz="3200" b="1" dirty="0">
                <a:solidFill>
                  <a:schemeClr val="bg1"/>
                </a:solidFill>
              </a:rPr>
              <a:t>Analysis</a:t>
            </a:r>
            <a:endParaRPr lang="en-US" sz="3200" b="1" dirty="0">
              <a:solidFill>
                <a:schemeClr val="bg1"/>
              </a:solidFill>
            </a:endParaRPr>
          </a:p>
        </p:txBody>
      </p:sp>
      <p:pic>
        <p:nvPicPr>
          <p:cNvPr id="11" name="Picture Placeholder 10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8" r="4918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47335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39502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4800" b="1" dirty="0">
                <a:solidFill>
                  <a:schemeClr val="bg1"/>
                </a:solidFill>
              </a:rPr>
              <a:t>Micro Environment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1275606"/>
            <a:ext cx="8352928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Competitors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Organization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Suppliers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Marketing Intermediaries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Customers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000" dirty="0" smtClean="0"/>
              <a:t>COSMIC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97112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339502"/>
            <a:ext cx="85689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4800" b="1" dirty="0">
                <a:solidFill>
                  <a:schemeClr val="bg1"/>
                </a:solidFill>
              </a:rPr>
              <a:t>Macro Environment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95536" y="1275606"/>
            <a:ext cx="835292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Political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Economic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Sociocultural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Technological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bg1"/>
                </a:solidFill>
              </a:rPr>
              <a:t>Environmental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chemeClr val="bg1"/>
                </a:solidFill>
              </a:rPr>
              <a:t>Legal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dirty="0"/>
              <a:t>PESTEL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23913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392488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7564" y="1563638"/>
            <a:ext cx="53449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Dilemma</a:t>
            </a:r>
          </a:p>
          <a:p>
            <a:r>
              <a:rPr lang="en-US" dirty="0"/>
              <a:t>The Root Cause: Picking a Strategy</a:t>
            </a:r>
          </a:p>
          <a:p>
            <a:r>
              <a:rPr lang="en-US" dirty="0"/>
              <a:t>Before Picking a Strategy</a:t>
            </a:r>
            <a:r>
              <a:rPr lang="en-US" dirty="0" smtClean="0"/>
              <a:t>:</a:t>
            </a:r>
          </a:p>
          <a:p>
            <a:endParaRPr lang="en-US" dirty="0"/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Build a clear customer profile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Create clear revenue goal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b="1" dirty="0">
                <a:solidFill>
                  <a:schemeClr val="bg1"/>
                </a:solidFill>
              </a:rPr>
              <a:t>Develop clear </a:t>
            </a:r>
            <a:r>
              <a:rPr lang="en-US" b="1" dirty="0" smtClean="0">
                <a:solidFill>
                  <a:schemeClr val="bg1"/>
                </a:solidFill>
              </a:rPr>
              <a:t>positioning</a:t>
            </a:r>
          </a:p>
          <a:p>
            <a:pPr marL="971550" lvl="1" indent="-514350">
              <a:buFont typeface="+mj-lt"/>
              <a:buAutoNum type="arabicPeriod"/>
            </a:pPr>
            <a:endParaRPr lang="en-US" dirty="0"/>
          </a:p>
          <a:p>
            <a:r>
              <a:rPr lang="en-US" dirty="0"/>
              <a:t>The Question: One Strategy?!</a:t>
            </a:r>
          </a:p>
          <a:p>
            <a:pPr algn="justLow"/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18917" y="98757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Case 1: </a:t>
            </a:r>
            <a:r>
              <a:rPr lang="en-US" sz="2400" b="1" dirty="0" err="1">
                <a:solidFill>
                  <a:schemeClr val="bg1"/>
                </a:solidFill>
              </a:rPr>
              <a:t>FieldFresh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0327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4283968" y="1945762"/>
            <a:ext cx="46805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Sales Strategies</a:t>
            </a:r>
            <a:endParaRPr lang="en-US" sz="4400" b="1" dirty="0">
              <a:solidFill>
                <a:schemeClr val="bg1"/>
              </a:solidFill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2" b="727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210970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3528" y="699542"/>
            <a:ext cx="835292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Entering New Target </a:t>
            </a:r>
            <a:r>
              <a:rPr lang="en-US" sz="2000" b="1" dirty="0" smtClean="0">
                <a:solidFill>
                  <a:schemeClr val="bg1"/>
                </a:solidFill>
              </a:rPr>
              <a:t>Markets</a:t>
            </a:r>
          </a:p>
          <a:p>
            <a:pPr marL="514350" indent="-514350"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Introducing New Products or </a:t>
            </a:r>
            <a:r>
              <a:rPr lang="en-US" sz="2000" b="1" dirty="0" smtClean="0">
                <a:solidFill>
                  <a:schemeClr val="bg1"/>
                </a:solidFill>
              </a:rPr>
              <a:t>Services</a:t>
            </a:r>
          </a:p>
          <a:p>
            <a:pPr marL="514350" indent="-514350"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Increasing upsells and cross </a:t>
            </a:r>
            <a:r>
              <a:rPr lang="en-US" sz="2000" b="1" dirty="0" smtClean="0">
                <a:solidFill>
                  <a:schemeClr val="bg1"/>
                </a:solidFill>
              </a:rPr>
              <a:t>sells</a:t>
            </a:r>
          </a:p>
          <a:p>
            <a:pPr marL="514350" indent="-514350"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Increasing Conversions and Sales among existing </a:t>
            </a:r>
            <a:r>
              <a:rPr lang="en-US" sz="2000" b="1" dirty="0" smtClean="0">
                <a:solidFill>
                  <a:schemeClr val="bg1"/>
                </a:solidFill>
              </a:rPr>
              <a:t>prospects</a:t>
            </a:r>
          </a:p>
          <a:p>
            <a:pPr marL="514350" indent="-514350">
              <a:buFont typeface="+mj-lt"/>
              <a:buAutoNum type="arabicPeriod"/>
            </a:pPr>
            <a:endParaRPr lang="en-US" sz="2000" b="1" dirty="0">
              <a:solidFill>
                <a:schemeClr val="bg1"/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000" b="1" dirty="0">
                <a:solidFill>
                  <a:schemeClr val="bg1"/>
                </a:solidFill>
              </a:rPr>
              <a:t>Boosting Repeat business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408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392488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7564" y="1563638"/>
            <a:ext cx="53449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Dilemma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Is building a good product enough?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Blue Ocean vs. Red Ocean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Understanding the company’s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8917" y="987574"/>
            <a:ext cx="4392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Case 2: Bio Life</a:t>
            </a: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7220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059582"/>
            <a:ext cx="9144000" cy="314781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rame 10"/>
          <p:cNvSpPr/>
          <p:nvPr/>
        </p:nvSpPr>
        <p:spPr>
          <a:xfrm>
            <a:off x="188640" y="1311609"/>
            <a:ext cx="8694712" cy="2700301"/>
          </a:xfrm>
          <a:prstGeom prst="frame">
            <a:avLst>
              <a:gd name="adj1" fmla="val 1002"/>
            </a:avLst>
          </a:prstGeom>
          <a:solidFill>
            <a:srgbClr val="8FE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95536" y="1779662"/>
            <a:ext cx="828092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Costs and Benefits of finding customers</a:t>
            </a:r>
            <a:endParaRPr lang="en-US" sz="4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482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1568" y="123478"/>
            <a:ext cx="8352928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i="1" dirty="0">
              <a:solidFill>
                <a:schemeClr val="bg1"/>
              </a:solidFill>
            </a:endParaRPr>
          </a:p>
          <a:p>
            <a:r>
              <a:rPr lang="en-US" sz="2000" b="1" u="sng" dirty="0"/>
              <a:t>The cost of the finding a customer simply lies in two steps: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1- Telling that customer that our business has what he / she needs and,</a:t>
            </a:r>
          </a:p>
          <a:p>
            <a:pPr lvl="0"/>
            <a:r>
              <a:rPr lang="en-US" sz="2000" dirty="0">
                <a:solidFill>
                  <a:schemeClr val="bg1"/>
                </a:solidFill>
              </a:rPr>
              <a:t>2- actually providing what he / she needs</a:t>
            </a:r>
          </a:p>
          <a:p>
            <a:pPr lvl="0"/>
            <a:endParaRPr lang="en-US" sz="2000" dirty="0">
              <a:solidFill>
                <a:schemeClr val="bg1"/>
              </a:solidFill>
            </a:endParaRPr>
          </a:p>
          <a:p>
            <a:r>
              <a:rPr lang="en-US" sz="2000" b="1" u="sng" dirty="0"/>
              <a:t>communicate value to the customer, this can be done through the following steps:</a:t>
            </a:r>
          </a:p>
          <a:p>
            <a:r>
              <a:rPr lang="en-US" sz="2000" dirty="0">
                <a:solidFill>
                  <a:schemeClr val="bg1"/>
                </a:solidFill>
              </a:rPr>
              <a:t>1. Identify what value means to your each of your stakeholders</a:t>
            </a:r>
          </a:p>
          <a:p>
            <a:r>
              <a:rPr lang="en-US" sz="2000" dirty="0">
                <a:solidFill>
                  <a:schemeClr val="bg1"/>
                </a:solidFill>
              </a:rPr>
              <a:t>2. Define what your product or service does, focusing first on benefits and then on features</a:t>
            </a:r>
          </a:p>
          <a:p>
            <a:r>
              <a:rPr lang="en-US" sz="2000" dirty="0">
                <a:solidFill>
                  <a:schemeClr val="bg1"/>
                </a:solidFill>
              </a:rPr>
              <a:t>3. Understand how your stakeholders consume and process information</a:t>
            </a:r>
          </a:p>
          <a:p>
            <a:r>
              <a:rPr lang="en-US" sz="2000" dirty="0">
                <a:solidFill>
                  <a:schemeClr val="bg1"/>
                </a:solidFill>
              </a:rPr>
              <a:t>4. Communicate how the benefits of your products/services meet your stakeholder’s needs and creates value for them</a:t>
            </a:r>
          </a:p>
          <a:p>
            <a:r>
              <a:rPr lang="en-US" sz="2000" dirty="0">
                <a:solidFill>
                  <a:schemeClr val="bg1"/>
                </a:solidFill>
              </a:rPr>
              <a:t>5. Monitor, measure and continuously improve</a:t>
            </a:r>
          </a:p>
          <a:p>
            <a:r>
              <a:rPr lang="en-US" sz="2000" dirty="0">
                <a:solidFill>
                  <a:schemeClr val="bg1"/>
                </a:solidFill>
              </a:rPr>
              <a:t>6. Move your stakeholders to action</a:t>
            </a:r>
            <a:endParaRPr lang="en-US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8180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392488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7564" y="1563638"/>
            <a:ext cx="53449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Dilemma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Searching for the best software system vs. creating customized software system.(CRM)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Understanding customer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With the Customer from A to 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8917" y="987574"/>
            <a:ext cx="439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Case 3: Amazon</a:t>
            </a:r>
            <a:br>
              <a:rPr lang="en-US" sz="2400" b="1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349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467544" y="483518"/>
            <a:ext cx="8352928" cy="4320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D3E5E83E-B048-4088-A5D1-F328DADD82CE}"/>
              </a:ext>
            </a:extLst>
          </p:cNvPr>
          <p:cNvSpPr/>
          <p:nvPr/>
        </p:nvSpPr>
        <p:spPr>
          <a:xfrm>
            <a:off x="179512" y="195486"/>
            <a:ext cx="2594505" cy="2819742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Placeholder 13"/>
          <p:cNvPicPr>
            <a:picLocks noGrp="1" noChangeAspect="1"/>
          </p:cNvPicPr>
          <p:nvPr>
            <p:ph type="pic" sz="quarter"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829" t="-12" r="711" b="12"/>
          <a:stretch/>
        </p:blipFill>
        <p:spPr>
          <a:xfrm>
            <a:off x="251520" y="267494"/>
            <a:ext cx="2593975" cy="28194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3018601" y="804907"/>
            <a:ext cx="561662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Building a Customer </a:t>
            </a:r>
            <a:endParaRPr lang="en-US" sz="3200" b="1" dirty="0" smtClean="0"/>
          </a:p>
          <a:p>
            <a:r>
              <a:rPr lang="en-US" sz="3200" b="1" dirty="0" smtClean="0"/>
              <a:t>Relationship Management </a:t>
            </a:r>
          </a:p>
          <a:p>
            <a:r>
              <a:rPr lang="en-US" sz="3200" b="1" dirty="0" smtClean="0">
                <a:solidFill>
                  <a:srgbClr val="C00000"/>
                </a:solidFill>
              </a:rPr>
              <a:t>(CRM</a:t>
            </a:r>
            <a:r>
              <a:rPr lang="en-US" sz="3200" b="1" dirty="0">
                <a:solidFill>
                  <a:srgbClr val="C00000"/>
                </a:solidFill>
              </a:rPr>
              <a:t>)</a:t>
            </a:r>
            <a:endParaRPr lang="en-US" sz="3200" dirty="0">
              <a:solidFill>
                <a:srgbClr val="C00000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837237" y="3219822"/>
            <a:ext cx="80302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Definition of CRM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CRM as Technology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CRM as a Strategy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CRM as a Process</a:t>
            </a:r>
          </a:p>
        </p:txBody>
      </p:sp>
    </p:spTree>
    <p:extLst>
      <p:ext uri="{BB962C8B-B14F-4D97-AF65-F5344CB8AC3E}">
        <p14:creationId xmlns:p14="http://schemas.microsoft.com/office/powerpoint/2010/main" val="27659812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3392488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547564" y="1563638"/>
            <a:ext cx="534491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The Dilemma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Advertising History of Coca Cola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Integrated Marketing Communication (IMC)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Social media marketing campaigns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1"/>
                </a:solidFill>
              </a:rPr>
              <a:t>By all means: Integrated Marketing Communication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18917" y="987574"/>
            <a:ext cx="43924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Case 4: Coca Cola</a:t>
            </a:r>
            <a:br>
              <a:rPr lang="en-US" sz="2400" b="1" dirty="0">
                <a:solidFill>
                  <a:schemeClr val="bg1"/>
                </a:solidFill>
              </a:rPr>
            </a:br>
            <a:endParaRPr lang="en-US" sz="24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0"/>
            <a:ext cx="3429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93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555526"/>
            <a:ext cx="8604448" cy="458797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33772" y="1563638"/>
            <a:ext cx="8136904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Definition </a:t>
            </a:r>
          </a:p>
          <a:p>
            <a:r>
              <a:rPr lang="en-US" dirty="0"/>
              <a:t>Different Levels of integration such as</a:t>
            </a:r>
            <a:r>
              <a:rPr lang="en-US" dirty="0" smtClean="0"/>
              <a:t>:</a:t>
            </a:r>
          </a:p>
          <a:p>
            <a:r>
              <a:rPr lang="en-US" dirty="0" smtClean="0"/>
              <a:t>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	- </a:t>
            </a:r>
            <a:r>
              <a:rPr lang="en-US" b="1" dirty="0"/>
              <a:t>Horizontal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	- Vertical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	- Internal / External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	- Data integration</a:t>
            </a:r>
            <a:r>
              <a:rPr lang="en-US" b="1" dirty="0" smtClean="0"/>
              <a:t>.</a:t>
            </a:r>
          </a:p>
          <a:p>
            <a:endParaRPr lang="en-US" dirty="0"/>
          </a:p>
          <a:p>
            <a:r>
              <a:rPr lang="en-US" sz="2800" dirty="0">
                <a:solidFill>
                  <a:srgbClr val="C00000"/>
                </a:solidFill>
              </a:rPr>
              <a:t>Effect of using different levels of integration </a:t>
            </a:r>
            <a:endParaRPr lang="en-US" sz="2800" dirty="0">
              <a:solidFill>
                <a:srgbClr val="C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51520" y="843558"/>
            <a:ext cx="820891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Integrated Marketing Communication (IMC)</a:t>
            </a:r>
            <a:br>
              <a:rPr lang="en-US" sz="2800" b="1" dirty="0">
                <a:solidFill>
                  <a:srgbClr val="C00000"/>
                </a:solidFill>
              </a:rPr>
            </a:br>
            <a:endParaRPr lang="en-US" sz="28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484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" r="3376"/>
          <a:stretch>
            <a:fillRect/>
          </a:stretch>
        </p:blipFill>
        <p:spPr/>
      </p:pic>
      <p:sp>
        <p:nvSpPr>
          <p:cNvPr id="6" name="Frame 5"/>
          <p:cNvSpPr/>
          <p:nvPr/>
        </p:nvSpPr>
        <p:spPr>
          <a:xfrm>
            <a:off x="197768" y="159481"/>
            <a:ext cx="4176464" cy="4824536"/>
          </a:xfrm>
          <a:prstGeom prst="frame">
            <a:avLst>
              <a:gd name="adj1" fmla="val 1002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Text Placeholder 1"/>
          <p:cNvSpPr txBox="1">
            <a:spLocks/>
          </p:cNvSpPr>
          <p:nvPr/>
        </p:nvSpPr>
        <p:spPr>
          <a:xfrm>
            <a:off x="4863048" y="300789"/>
            <a:ext cx="4104456" cy="1239908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>
                <a:solidFill>
                  <a:schemeClr val="bg1"/>
                </a:solidFill>
              </a:rPr>
              <a:t>Seeing the whole picture</a:t>
            </a:r>
            <a:r>
              <a:rPr lang="en-US" dirty="0"/>
              <a:t/>
            </a:r>
            <a:br>
              <a:rPr lang="en-US" dirty="0"/>
            </a:br>
            <a:endParaRPr lang="ko-KR" altLang="en-US" b="1" dirty="0">
              <a:solidFill>
                <a:schemeClr val="bg1"/>
              </a:solidFill>
              <a:latin typeface="+mj-lt"/>
              <a:cs typeface="Arial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63048" y="987574"/>
            <a:ext cx="4104456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Entrepreneurial marketing vs. Single marketing strategy</a:t>
            </a:r>
            <a:r>
              <a:rPr lang="en-US" sz="1600" dirty="0" smtClean="0">
                <a:solidFill>
                  <a:schemeClr val="bg1"/>
                </a:solidFill>
              </a:rPr>
              <a:t>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Being innovation, risk taking, and being proactive,,</a:t>
            </a:r>
            <a:r>
              <a:rPr lang="en-US" sz="1600" dirty="0" err="1">
                <a:solidFill>
                  <a:schemeClr val="bg1"/>
                </a:solidFill>
              </a:rPr>
              <a:t>etc</a:t>
            </a:r>
            <a:r>
              <a:rPr lang="en-US" sz="1600" dirty="0" smtClean="0">
                <a:solidFill>
                  <a:schemeClr val="bg1"/>
                </a:solidFill>
              </a:rPr>
              <a:t>..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Examples of marketing strategies that have been used successfully in the past: </a:t>
            </a:r>
            <a:endParaRPr lang="en-US" sz="1600" dirty="0" smtClean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pPr lvl="1"/>
            <a:r>
              <a:rPr lang="en-US" dirty="0">
                <a:solidFill>
                  <a:schemeClr val="bg1"/>
                </a:solidFill>
              </a:rPr>
              <a:t>1-Relationship Marketing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2-Expeditionary Marketing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3-One to One Marketing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4-Real Time Marketing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5-Viral Marketing 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6-Digital Marketing 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264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6372200" y="987574"/>
            <a:ext cx="2664296" cy="3744416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Text Placeholder 1"/>
          <p:cNvSpPr txBox="1">
            <a:spLocks/>
          </p:cNvSpPr>
          <p:nvPr/>
        </p:nvSpPr>
        <p:spPr>
          <a:xfrm>
            <a:off x="251520" y="3629186"/>
            <a:ext cx="5571118" cy="1944464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ko-KR" altLang="en-US" b="1" dirty="0">
              <a:solidFill>
                <a:schemeClr val="tx1">
                  <a:lumMod val="75000"/>
                  <a:lumOff val="25000"/>
                </a:schemeClr>
              </a:solidFill>
              <a:latin typeface="+mj-lt"/>
              <a:cs typeface="Arial" pitchFamily="34" charset="0"/>
            </a:endParaRPr>
          </a:p>
        </p:txBody>
      </p:sp>
      <p:sp>
        <p:nvSpPr>
          <p:cNvPr id="26" name="Frame 25"/>
          <p:cNvSpPr/>
          <p:nvPr/>
        </p:nvSpPr>
        <p:spPr>
          <a:xfrm>
            <a:off x="5244150" y="1513554"/>
            <a:ext cx="2376264" cy="2115632"/>
          </a:xfrm>
          <a:prstGeom prst="frame">
            <a:avLst>
              <a:gd name="adj1" fmla="val 1388"/>
            </a:avLst>
          </a:prstGeom>
          <a:solidFill>
            <a:schemeClr val="accent1"/>
          </a:solidFill>
          <a:ln>
            <a:solidFill>
              <a:srgbClr val="FABE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95536" y="2275007"/>
            <a:ext cx="60486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Practical Activities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-4212976" y="-596602"/>
            <a:ext cx="9217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2" r="7372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97194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ents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75000"/>
            <a:lumOff val="25000"/>
          </a:schemeClr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Section Break Slide Master">
  <a:themeElements>
    <a:clrScheme name="ALLPPT-COLOR-A1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FFCE29"/>
      </a:accent1>
      <a:accent2>
        <a:srgbClr val="F2BF27"/>
      </a:accent2>
      <a:accent3>
        <a:srgbClr val="ED1C24"/>
      </a:accent3>
      <a:accent4>
        <a:srgbClr val="FFCE29"/>
      </a:accent4>
      <a:accent5>
        <a:srgbClr val="F2BF27"/>
      </a:accent5>
      <a:accent6>
        <a:srgbClr val="ED1C24"/>
      </a:accent6>
      <a:hlink>
        <a:srgbClr val="3F3F3F"/>
      </a:hlink>
      <a:folHlink>
        <a:srgbClr val="3F3F3F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2889</TotalTime>
  <Words>553</Words>
  <Application>Microsoft Office PowerPoint</Application>
  <PresentationFormat>On-screen Show (16:9)</PresentationFormat>
  <Paragraphs>147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Arial Unicode MS</vt:lpstr>
      <vt:lpstr>맑은 고딕</vt:lpstr>
      <vt:lpstr>Arial</vt:lpstr>
      <vt:lpstr>Calibri</vt:lpstr>
      <vt:lpstr>Times New Roman</vt:lpstr>
      <vt:lpstr>Contents Slide Master</vt:lpstr>
      <vt:lpstr>Section Break Slide Master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Halla Fouad</cp:lastModifiedBy>
  <cp:revision>286</cp:revision>
  <dcterms:created xsi:type="dcterms:W3CDTF">2016-12-05T23:26:54Z</dcterms:created>
  <dcterms:modified xsi:type="dcterms:W3CDTF">2019-04-15T10:42:33Z</dcterms:modified>
</cp:coreProperties>
</file>